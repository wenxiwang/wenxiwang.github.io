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2.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20.xml"/>
  <Override ContentType="application/vnd.openxmlformats-officedocument.presentationml.slideLayout+xml" PartName="/ppt/slideLayouts/slideLayout55.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52.xml"/>
  <Override ContentType="application/vnd.openxmlformats-officedocument.presentationml.slideLayout+xml" PartName="/ppt/slideLayouts/slideLayout21.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49.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24.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4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30.xml"/>
  <Override ContentType="application/vnd.openxmlformats-officedocument.presentationml.slideLayout+xml" PartName="/ppt/slideLayouts/slideLayout56.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5.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Master+xml" PartName="/ppt/slideMasters/slideMaster4.xml"/>
  <Override ContentType="application/vnd.openxmlformats-officedocument.presentationml.slideMaster+xml" PartName="/ppt/slideMasters/slideMaster6.xml"/>
  <Override ContentType="application/vnd.openxmlformats-officedocument.presentationml.slideMaster+xml" PartName="/ppt/slideMasters/slideMaster5.xml"/>
  <Override ContentType="application/binary" PartName="/ppt/metadata"/>
  <Override ContentType="application/vnd.openxmlformats-officedocument.presentationml.slide+xml" PartName="/ppt/slides/slide12.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7.xml"/>
  <Override ContentType="application/vnd.openxmlformats-officedocument.theme+xml" PartName="/ppt/theme/theme6.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Override ContentType="application/vnd.openxmlformats-officedocument.theme+xml" PartName="/ppt/theme/theme5.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648" r:id="rId4"/>
    <p:sldMasterId id="2147483650" r:id="rId5"/>
    <p:sldMasterId id="2147483662" r:id="rId6"/>
    <p:sldMasterId id="2147483674" r:id="rId7"/>
    <p:sldMasterId id="2147483686" r:id="rId8"/>
    <p:sldMasterId id="2147483698" r:id="rId9"/>
  </p:sldMasterIdLst>
  <p:notesMasterIdLst>
    <p:notesMasterId r:id="rId10"/>
  </p:notesMasterIdLst>
  <p:sldIdLst>
    <p:sldId id="256" r:id="rId11"/>
    <p:sldId id="257" r:id="rId12"/>
    <p:sldId id="258" r:id="rId13"/>
    <p:sldId id="259" r:id="rId14"/>
    <p:sldId id="260" r:id="rId15"/>
    <p:sldId id="261" r:id="rId16"/>
    <p:sldId id="262" r:id="rId17"/>
    <p:sldId id="263" r:id="rId18"/>
    <p:sldId id="264" r:id="rId19"/>
    <p:sldId id="265" r:id="rId20"/>
    <p:sldId id="266" r:id="rId21"/>
    <p:sldId id="267" r:id="rId22"/>
  </p:sldIdLst>
  <p:sldSz cy="6858000" cx="9144000"/>
  <p:notesSz cx="9236075" cy="7010400"/>
  <p:embeddedFontLst>
    <p:embeddedFont>
      <p:font typeface="Century Schoolbook"/>
      <p:regular r:id="rId23"/>
      <p:bold r:id="rId24"/>
      <p:italic r:id="rId25"/>
      <p:boldItalic r:id="rId2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3744">
          <p15:clr>
            <a:srgbClr val="A4A3A4"/>
          </p15:clr>
        </p15:guide>
        <p15:guide id="2" pos="2880">
          <p15:clr>
            <a:srgbClr val="A4A3A4"/>
          </p15:clr>
        </p15:guide>
      </p15:sldGuideLst>
    </p:ext>
    <p:ext uri="{2D200454-40CA-4A62-9FC3-DE9A4176ACB9}">
      <p15:notesGuideLst>
        <p15:guide id="1" orient="horz" pos="2208">
          <p15:clr>
            <a:srgbClr val="A4A3A4"/>
          </p15:clr>
        </p15:guide>
        <p15:guide id="2" pos="2909">
          <p15:clr>
            <a:srgbClr val="A4A3A4"/>
          </p15:clr>
        </p15:guide>
      </p15:notesGuideLst>
    </p:ext>
    <p:ext uri="GoogleSlidesCustomDataVersion2">
      <go:slidesCustomData xmlns:go="http://customooxmlschemas.google.com/" r:id="rId27" roundtripDataSignature="AMtx7mieDgi+Cefx4AX6DAR799EYK7vrA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3744" orient="horz"/>
        <p:guide pos="2880"/>
      </p:guideLst>
    </p:cSldViewPr>
  </p:slideViewPr>
  <p:notesViewPr>
    <p:cSldViewPr snapToGrid="0">
      <p:cViewPr varScale="1">
        <p:scale>
          <a:sx n="100" d="100"/>
          <a:sy n="100" d="100"/>
        </p:scale>
        <p:origin x="0" y="0"/>
      </p:cViewPr>
      <p:guideLst>
        <p:guide pos="2208" orient="horz"/>
        <p:guide pos="2909"/>
      </p:guideLst>
    </p:cSldViewPr>
  </p:notesViewPr>
</p:viewPr>
</file>

<file path=ppt/_rels/presentation.xml.rels><?xml version="1.0" encoding="UTF-8" standalone="yes"?><Relationships xmlns="http://schemas.openxmlformats.org/package/2006/relationships"><Relationship Id="rId20" Type="http://schemas.openxmlformats.org/officeDocument/2006/relationships/slide" Target="slides/slide10.xml"/><Relationship Id="rId22" Type="http://schemas.openxmlformats.org/officeDocument/2006/relationships/slide" Target="slides/slide12.xml"/><Relationship Id="rId21" Type="http://schemas.openxmlformats.org/officeDocument/2006/relationships/slide" Target="slides/slide11.xml"/><Relationship Id="rId24" Type="http://schemas.openxmlformats.org/officeDocument/2006/relationships/font" Target="fonts/CenturySchoolbook-bold.fntdata"/><Relationship Id="rId23" Type="http://schemas.openxmlformats.org/officeDocument/2006/relationships/font" Target="fonts/CenturySchoolbook-regular.fntdata"/><Relationship Id="rId1" Type="http://schemas.openxmlformats.org/officeDocument/2006/relationships/theme" Target="theme/theme7.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Master" Target="slideMasters/slideMaster6.xml"/><Relationship Id="rId26" Type="http://schemas.openxmlformats.org/officeDocument/2006/relationships/font" Target="fonts/CenturySchoolbook-boldItalic.fntdata"/><Relationship Id="rId25" Type="http://schemas.openxmlformats.org/officeDocument/2006/relationships/font" Target="fonts/CenturySchoolbook-italic.fntdata"/><Relationship Id="rId27" Type="http://customschemas.google.com/relationships/presentationmetadata" Target="metadata"/><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slideMaster" Target="slideMasters/slideMaster4.xml"/><Relationship Id="rId8" Type="http://schemas.openxmlformats.org/officeDocument/2006/relationships/slideMaster" Target="slideMasters/slideMaster5.xml"/><Relationship Id="rId11" Type="http://schemas.openxmlformats.org/officeDocument/2006/relationships/slide" Target="slides/slide1.xml"/><Relationship Id="rId10" Type="http://schemas.openxmlformats.org/officeDocument/2006/relationships/notesMaster" Target="notesMasters/notesMaster1.xml"/><Relationship Id="rId13" Type="http://schemas.openxmlformats.org/officeDocument/2006/relationships/slide" Target="slides/slide3.xml"/><Relationship Id="rId12" Type="http://schemas.openxmlformats.org/officeDocument/2006/relationships/slide" Target="slides/slide2.xml"/><Relationship Id="rId15" Type="http://schemas.openxmlformats.org/officeDocument/2006/relationships/slide" Target="slides/slide5.xml"/><Relationship Id="rId14" Type="http://schemas.openxmlformats.org/officeDocument/2006/relationships/slide" Target="slides/slide4.xml"/><Relationship Id="rId17" Type="http://schemas.openxmlformats.org/officeDocument/2006/relationships/slide" Target="slides/slide7.xml"/><Relationship Id="rId16" Type="http://schemas.openxmlformats.org/officeDocument/2006/relationships/slide" Target="slides/slide6.xml"/><Relationship Id="rId19" Type="http://schemas.openxmlformats.org/officeDocument/2006/relationships/slide" Target="slides/slide9.xml"/><Relationship Id="rId18"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2" y="1"/>
            <a:ext cx="4003136" cy="350641"/>
          </a:xfrm>
          <a:prstGeom prst="rect">
            <a:avLst/>
          </a:prstGeom>
          <a:noFill/>
          <a:ln>
            <a:noFill/>
          </a:ln>
        </p:spPr>
        <p:txBody>
          <a:bodyPr anchorCtr="0" anchor="t" bIns="46400" lIns="92800" spcFirstLastPara="1" rIns="92800" wrap="square" tIns="46400">
            <a:noAutofit/>
          </a:bodyPr>
          <a:lstStyle>
            <a:lvl1pPr lvl="0" marR="0" rtl="0" algn="l">
              <a:spcBef>
                <a:spcPts val="0"/>
              </a:spcBef>
              <a:spcAft>
                <a:spcPts val="0"/>
              </a:spcAft>
              <a:buSzPts val="1400"/>
              <a:buNone/>
              <a:defRPr b="0" i="0" sz="1200" u="none" cap="none" strike="noStrike">
                <a:solidFill>
                  <a:schemeClr val="dk1"/>
                </a:solidFill>
                <a:latin typeface="Times New Roman"/>
                <a:ea typeface="Times New Roman"/>
                <a:cs typeface="Times New Roman"/>
                <a:sym typeface="Times New Roman"/>
              </a:defRPr>
            </a:lvl1pPr>
            <a:lvl2pPr lvl="1" marR="0" rtl="0" algn="l">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2pPr>
            <a:lvl3pPr lvl="2" marR="0" rtl="0" algn="l">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3pPr>
            <a:lvl4pPr lvl="3" marR="0" rtl="0" algn="l">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4pPr>
            <a:lvl5pPr lvl="4" marR="0" rtl="0" algn="l">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5pPr>
            <a:lvl6pPr lvl="5" marR="0" rtl="0" algn="l">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6pPr>
            <a:lvl7pPr lvl="6" marR="0" rtl="0" algn="l">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7pPr>
            <a:lvl8pPr lvl="7" marR="0" rtl="0" algn="l">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8pPr>
            <a:lvl9pPr lvl="8" marR="0" rtl="0" algn="l">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9pPr>
          </a:lstStyle>
          <a:p/>
        </p:txBody>
      </p:sp>
      <p:sp>
        <p:nvSpPr>
          <p:cNvPr id="4" name="Google Shape;4;n"/>
          <p:cNvSpPr txBox="1"/>
          <p:nvPr>
            <p:ph idx="10" type="dt"/>
          </p:nvPr>
        </p:nvSpPr>
        <p:spPr>
          <a:xfrm>
            <a:off x="5232941" y="1"/>
            <a:ext cx="4003136" cy="350641"/>
          </a:xfrm>
          <a:prstGeom prst="rect">
            <a:avLst/>
          </a:prstGeom>
          <a:noFill/>
          <a:ln>
            <a:noFill/>
          </a:ln>
        </p:spPr>
        <p:txBody>
          <a:bodyPr anchorCtr="0" anchor="t" bIns="46400" lIns="92800" spcFirstLastPara="1" rIns="92800" wrap="square" tIns="46400">
            <a:noAutofit/>
          </a:bodyPr>
          <a:lstStyle>
            <a:lvl1pPr lvl="0" marR="0" rtl="0" algn="r">
              <a:spcBef>
                <a:spcPts val="0"/>
              </a:spcBef>
              <a:spcAft>
                <a:spcPts val="0"/>
              </a:spcAft>
              <a:buSzPts val="1400"/>
              <a:buNone/>
              <a:defRPr b="0" i="0" sz="1200" u="none" cap="none" strike="noStrike">
                <a:solidFill>
                  <a:schemeClr val="dk1"/>
                </a:solidFill>
                <a:latin typeface="Times New Roman"/>
                <a:ea typeface="Times New Roman"/>
                <a:cs typeface="Times New Roman"/>
                <a:sym typeface="Times New Roman"/>
              </a:defRPr>
            </a:lvl1pPr>
            <a:lvl2pPr lvl="1" marR="0" rtl="0" algn="l">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2pPr>
            <a:lvl3pPr lvl="2" marR="0" rtl="0" algn="l">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3pPr>
            <a:lvl4pPr lvl="3" marR="0" rtl="0" algn="l">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4pPr>
            <a:lvl5pPr lvl="4" marR="0" rtl="0" algn="l">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5pPr>
            <a:lvl6pPr lvl="5" marR="0" rtl="0" algn="l">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6pPr>
            <a:lvl7pPr lvl="6" marR="0" rtl="0" algn="l">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7pPr>
            <a:lvl8pPr lvl="7" marR="0" rtl="0" algn="l">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8pPr>
            <a:lvl9pPr lvl="8" marR="0" rtl="0" algn="l">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9pPr>
          </a:lstStyle>
          <a:p/>
        </p:txBody>
      </p:sp>
      <p:sp>
        <p:nvSpPr>
          <p:cNvPr id="5" name="Google Shape;5;n"/>
          <p:cNvSpPr/>
          <p:nvPr>
            <p:ph idx="3" type="sldImg"/>
          </p:nvPr>
        </p:nvSpPr>
        <p:spPr>
          <a:xfrm>
            <a:off x="2867025" y="527050"/>
            <a:ext cx="3502025" cy="2627313"/>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
            <a:headEnd len="sm" w="sm" type="none"/>
            <a:tailEnd len="sm" w="sm" type="none"/>
          </a:ln>
        </p:spPr>
      </p:sp>
      <p:sp>
        <p:nvSpPr>
          <p:cNvPr id="6" name="Google Shape;6;n"/>
          <p:cNvSpPr txBox="1"/>
          <p:nvPr>
            <p:ph idx="1" type="body"/>
          </p:nvPr>
        </p:nvSpPr>
        <p:spPr>
          <a:xfrm>
            <a:off x="1229804" y="3330482"/>
            <a:ext cx="6776468" cy="3153355"/>
          </a:xfrm>
          <a:prstGeom prst="rect">
            <a:avLst/>
          </a:prstGeom>
          <a:noFill/>
          <a:ln>
            <a:noFill/>
          </a:ln>
        </p:spPr>
        <p:txBody>
          <a:bodyPr anchorCtr="0" anchor="t" bIns="46400" lIns="92800" spcFirstLastPara="1" rIns="92800" wrap="square" tIns="46400">
            <a:noAutofit/>
          </a:bodyPr>
          <a:lstStyle>
            <a:lvl1pPr indent="-228600" lvl="0" marL="457200" marR="0" rtl="0" algn="l">
              <a:spcBef>
                <a:spcPts val="360"/>
              </a:spcBef>
              <a:spcAft>
                <a:spcPts val="0"/>
              </a:spcAft>
              <a:buSzPts val="1400"/>
              <a:buNone/>
              <a:defRPr b="0" i="0" sz="1200" u="none" cap="none" strike="noStrike">
                <a:solidFill>
                  <a:schemeClr val="dk1"/>
                </a:solidFill>
                <a:latin typeface="Times New Roman"/>
                <a:ea typeface="Times New Roman"/>
                <a:cs typeface="Times New Roman"/>
                <a:sym typeface="Times New Roman"/>
              </a:defRPr>
            </a:lvl1pPr>
            <a:lvl2pPr indent="-228600" lvl="1" marL="914400" marR="0" rtl="0" algn="l">
              <a:spcBef>
                <a:spcPts val="360"/>
              </a:spcBef>
              <a:spcAft>
                <a:spcPts val="0"/>
              </a:spcAft>
              <a:buSzPts val="1400"/>
              <a:buNone/>
              <a:defRPr b="0" i="0" sz="1200" u="none" cap="none" strike="noStrike">
                <a:solidFill>
                  <a:schemeClr val="dk1"/>
                </a:solidFill>
                <a:latin typeface="Times New Roman"/>
                <a:ea typeface="Times New Roman"/>
                <a:cs typeface="Times New Roman"/>
                <a:sym typeface="Times New Roman"/>
              </a:defRPr>
            </a:lvl2pPr>
            <a:lvl3pPr indent="-228600" lvl="2" marL="1371600" marR="0" rtl="0" algn="l">
              <a:spcBef>
                <a:spcPts val="360"/>
              </a:spcBef>
              <a:spcAft>
                <a:spcPts val="0"/>
              </a:spcAft>
              <a:buSzPts val="1400"/>
              <a:buNone/>
              <a:defRPr b="0" i="0" sz="1200" u="none" cap="none" strike="noStrike">
                <a:solidFill>
                  <a:schemeClr val="dk1"/>
                </a:solidFill>
                <a:latin typeface="Times New Roman"/>
                <a:ea typeface="Times New Roman"/>
                <a:cs typeface="Times New Roman"/>
                <a:sym typeface="Times New Roman"/>
              </a:defRPr>
            </a:lvl3pPr>
            <a:lvl4pPr indent="-228600" lvl="3" marL="1828800" marR="0" rtl="0" algn="l">
              <a:spcBef>
                <a:spcPts val="360"/>
              </a:spcBef>
              <a:spcAft>
                <a:spcPts val="0"/>
              </a:spcAft>
              <a:buSzPts val="1400"/>
              <a:buNone/>
              <a:defRPr b="0" i="0" sz="1200" u="none" cap="none" strike="noStrike">
                <a:solidFill>
                  <a:schemeClr val="dk1"/>
                </a:solidFill>
                <a:latin typeface="Times New Roman"/>
                <a:ea typeface="Times New Roman"/>
                <a:cs typeface="Times New Roman"/>
                <a:sym typeface="Times New Roman"/>
              </a:defRPr>
            </a:lvl4pPr>
            <a:lvl5pPr indent="-228600" lvl="4" marL="2286000" marR="0" rtl="0" algn="l">
              <a:spcBef>
                <a:spcPts val="360"/>
              </a:spcBef>
              <a:spcAft>
                <a:spcPts val="0"/>
              </a:spcAft>
              <a:buSzPts val="1400"/>
              <a:buNone/>
              <a:defRPr b="0" i="0" sz="1200" u="none" cap="none" strike="noStrike">
                <a:solidFill>
                  <a:schemeClr val="dk1"/>
                </a:solidFill>
                <a:latin typeface="Times New Roman"/>
                <a:ea typeface="Times New Roman"/>
                <a:cs typeface="Times New Roman"/>
                <a:sym typeface="Times New Roman"/>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2" y="6659760"/>
            <a:ext cx="4003136" cy="350640"/>
          </a:xfrm>
          <a:prstGeom prst="rect">
            <a:avLst/>
          </a:prstGeom>
          <a:noFill/>
          <a:ln>
            <a:noFill/>
          </a:ln>
        </p:spPr>
        <p:txBody>
          <a:bodyPr anchorCtr="0" anchor="b" bIns="46400" lIns="92800" spcFirstLastPara="1" rIns="92800" wrap="square" tIns="46400">
            <a:noAutofit/>
          </a:bodyPr>
          <a:lstStyle>
            <a:lvl1pPr lvl="0" marR="0" rtl="0" algn="l">
              <a:spcBef>
                <a:spcPts val="0"/>
              </a:spcBef>
              <a:spcAft>
                <a:spcPts val="0"/>
              </a:spcAft>
              <a:buSzPts val="1400"/>
              <a:buNone/>
              <a:defRPr b="0" i="0" sz="1200" u="none" cap="none" strike="noStrike">
                <a:solidFill>
                  <a:schemeClr val="dk1"/>
                </a:solidFill>
                <a:latin typeface="Times New Roman"/>
                <a:ea typeface="Times New Roman"/>
                <a:cs typeface="Times New Roman"/>
                <a:sym typeface="Times New Roman"/>
              </a:defRPr>
            </a:lvl1pPr>
            <a:lvl2pPr lvl="1" marR="0" rtl="0" algn="l">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2pPr>
            <a:lvl3pPr lvl="2" marR="0" rtl="0" algn="l">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3pPr>
            <a:lvl4pPr lvl="3" marR="0" rtl="0" algn="l">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4pPr>
            <a:lvl5pPr lvl="4" marR="0" rtl="0" algn="l">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5pPr>
            <a:lvl6pPr lvl="5" marR="0" rtl="0" algn="l">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6pPr>
            <a:lvl7pPr lvl="6" marR="0" rtl="0" algn="l">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7pPr>
            <a:lvl8pPr lvl="7" marR="0" rtl="0" algn="l">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8pPr>
            <a:lvl9pPr lvl="8" marR="0" rtl="0" algn="l">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9pPr>
          </a:lstStyle>
          <a:p/>
        </p:txBody>
      </p:sp>
      <p:sp>
        <p:nvSpPr>
          <p:cNvPr id="8" name="Google Shape;8;n"/>
          <p:cNvSpPr txBox="1"/>
          <p:nvPr>
            <p:ph idx="12" type="sldNum"/>
          </p:nvPr>
        </p:nvSpPr>
        <p:spPr>
          <a:xfrm>
            <a:off x="5232941" y="6659760"/>
            <a:ext cx="4003136" cy="350640"/>
          </a:xfrm>
          <a:prstGeom prst="rect">
            <a:avLst/>
          </a:prstGeom>
          <a:noFill/>
          <a:ln>
            <a:noFill/>
          </a:ln>
        </p:spPr>
        <p:txBody>
          <a:bodyPr anchorCtr="0" anchor="b" bIns="46400" lIns="92800" spcFirstLastPara="1" rIns="92800" wrap="square" tIns="464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Times New Roman"/>
                <a:ea typeface="Times New Roman"/>
                <a:cs typeface="Times New Roman"/>
                <a:sym typeface="Times New Roman"/>
              </a:rPr>
              <a:t>‹#›</a:t>
            </a:fld>
            <a:endParaRPr b="0" i="0" sz="1200" u="none" cap="none" strike="noStrike">
              <a:solidFill>
                <a:schemeClr val="dk1"/>
              </a:solidFill>
              <a:latin typeface="Times New Roman"/>
              <a:ea typeface="Times New Roman"/>
              <a:cs typeface="Times New Roman"/>
              <a:sym typeface="Times New Roman"/>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9" name="Shape 389"/>
        <p:cNvGrpSpPr/>
        <p:nvPr/>
      </p:nvGrpSpPr>
      <p:grpSpPr>
        <a:xfrm>
          <a:off x="0" y="0"/>
          <a:ext cx="0" cy="0"/>
          <a:chOff x="0" y="0"/>
          <a:chExt cx="0" cy="0"/>
        </a:xfrm>
      </p:grpSpPr>
      <p:sp>
        <p:nvSpPr>
          <p:cNvPr id="390" name="Google Shape;390;p1:notes"/>
          <p:cNvSpPr/>
          <p:nvPr>
            <p:ph idx="2" type="sldImg"/>
          </p:nvPr>
        </p:nvSpPr>
        <p:spPr>
          <a:xfrm>
            <a:off x="2867025" y="527050"/>
            <a:ext cx="3502025" cy="2627313"/>
          </a:xfrm>
          <a:custGeom>
            <a:rect b="b" l="l" r="r" t="t"/>
            <a:pathLst>
              <a:path extrusionOk="0" h="120000" w="120000">
                <a:moveTo>
                  <a:pt x="0" y="0"/>
                </a:moveTo>
                <a:lnTo>
                  <a:pt x="120000" y="0"/>
                </a:lnTo>
                <a:lnTo>
                  <a:pt x="120000" y="120000"/>
                </a:lnTo>
                <a:lnTo>
                  <a:pt x="0" y="120000"/>
                </a:lnTo>
                <a:close/>
              </a:path>
            </a:pathLst>
          </a:custGeom>
          <a:noFill/>
          <a:ln>
            <a:noFill/>
          </a:ln>
        </p:spPr>
      </p:sp>
      <p:sp>
        <p:nvSpPr>
          <p:cNvPr id="391" name="Google Shape;391;p1:notes"/>
          <p:cNvSpPr txBox="1"/>
          <p:nvPr>
            <p:ph idx="1" type="body"/>
          </p:nvPr>
        </p:nvSpPr>
        <p:spPr>
          <a:xfrm>
            <a:off x="1229804" y="3330482"/>
            <a:ext cx="6776468" cy="3153355"/>
          </a:xfrm>
          <a:prstGeom prst="rect">
            <a:avLst/>
          </a:prstGeom>
          <a:noFill/>
          <a:ln>
            <a:noFill/>
          </a:ln>
        </p:spPr>
        <p:txBody>
          <a:bodyPr anchorCtr="0" anchor="t" bIns="46400" lIns="92800" spcFirstLastPara="1" rIns="92800" wrap="square" tIns="46400">
            <a:noAutofit/>
          </a:bodyPr>
          <a:lstStyle/>
          <a:p>
            <a:pPr indent="0" lvl="0" marL="0" rtl="0" algn="l">
              <a:spcBef>
                <a:spcPts val="0"/>
              </a:spcBef>
              <a:spcAft>
                <a:spcPts val="0"/>
              </a:spcAft>
              <a:buNone/>
            </a:pPr>
            <a:r>
              <a:t/>
            </a:r>
            <a:endParaRPr sz="1000"/>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5" name="Shape 395"/>
        <p:cNvGrpSpPr/>
        <p:nvPr/>
      </p:nvGrpSpPr>
      <p:grpSpPr>
        <a:xfrm>
          <a:off x="0" y="0"/>
          <a:ext cx="0" cy="0"/>
          <a:chOff x="0" y="0"/>
          <a:chExt cx="0" cy="0"/>
        </a:xfrm>
      </p:grpSpPr>
      <p:sp>
        <p:nvSpPr>
          <p:cNvPr id="396" name="Google Shape;396;p2:notes"/>
          <p:cNvSpPr/>
          <p:nvPr>
            <p:ph idx="2" type="sldImg"/>
          </p:nvPr>
        </p:nvSpPr>
        <p:spPr>
          <a:xfrm>
            <a:off x="2867025" y="527050"/>
            <a:ext cx="3502025" cy="2627313"/>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
            <a:headEnd len="sm" w="sm" type="none"/>
            <a:tailEnd len="sm" w="sm" type="none"/>
          </a:ln>
        </p:spPr>
      </p:sp>
      <p:sp>
        <p:nvSpPr>
          <p:cNvPr id="397" name="Google Shape;397;p2:notes"/>
          <p:cNvSpPr txBox="1"/>
          <p:nvPr>
            <p:ph idx="1" type="body"/>
          </p:nvPr>
        </p:nvSpPr>
        <p:spPr>
          <a:xfrm>
            <a:off x="1229804" y="3330482"/>
            <a:ext cx="6776468" cy="3153355"/>
          </a:xfrm>
          <a:prstGeom prst="rect">
            <a:avLst/>
          </a:prstGeom>
          <a:noFill/>
          <a:ln>
            <a:noFill/>
          </a:ln>
        </p:spPr>
        <p:txBody>
          <a:bodyPr anchorCtr="0" anchor="t" bIns="46400" lIns="92800" spcFirstLastPara="1" rIns="92800" wrap="square" tIns="46400">
            <a:noAutofit/>
          </a:bodyPr>
          <a:lstStyle/>
          <a:p>
            <a:pPr indent="0" lvl="0" marL="0" rtl="0" algn="l">
              <a:spcBef>
                <a:spcPts val="0"/>
              </a:spcBef>
              <a:spcAft>
                <a:spcPts val="0"/>
              </a:spcAft>
              <a:buNone/>
            </a:pPr>
            <a:r>
              <a:t/>
            </a:r>
            <a:endParaRPr/>
          </a:p>
        </p:txBody>
      </p:sp>
      <p:sp>
        <p:nvSpPr>
          <p:cNvPr id="398" name="Google Shape;398;p2:notes"/>
          <p:cNvSpPr txBox="1"/>
          <p:nvPr>
            <p:ph idx="12" type="sldNum"/>
          </p:nvPr>
        </p:nvSpPr>
        <p:spPr>
          <a:xfrm>
            <a:off x="5232941" y="6659760"/>
            <a:ext cx="4003136" cy="350640"/>
          </a:xfrm>
          <a:prstGeom prst="rect">
            <a:avLst/>
          </a:prstGeom>
          <a:noFill/>
          <a:ln>
            <a:noFill/>
          </a:ln>
        </p:spPr>
        <p:txBody>
          <a:bodyPr anchorCtr="0" anchor="b" bIns="46400" lIns="92800" spcFirstLastPara="1" rIns="92800" wrap="square" tIns="464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3" name="Shape 413"/>
        <p:cNvGrpSpPr/>
        <p:nvPr/>
      </p:nvGrpSpPr>
      <p:grpSpPr>
        <a:xfrm>
          <a:off x="0" y="0"/>
          <a:ext cx="0" cy="0"/>
          <a:chOff x="0" y="0"/>
          <a:chExt cx="0" cy="0"/>
        </a:xfrm>
      </p:grpSpPr>
      <p:sp>
        <p:nvSpPr>
          <p:cNvPr id="414" name="Google Shape;414;p3:notes"/>
          <p:cNvSpPr txBox="1"/>
          <p:nvPr>
            <p:ph idx="1" type="body"/>
          </p:nvPr>
        </p:nvSpPr>
        <p:spPr>
          <a:xfrm>
            <a:off x="1229804" y="3330482"/>
            <a:ext cx="6776468" cy="3153355"/>
          </a:xfrm>
          <a:prstGeom prst="rect">
            <a:avLst/>
          </a:prstGeom>
        </p:spPr>
        <p:txBody>
          <a:bodyPr anchorCtr="0" anchor="t" bIns="46400" lIns="92800" spcFirstLastPara="1" rIns="92800" wrap="square" tIns="46400">
            <a:noAutofit/>
          </a:bodyPr>
          <a:lstStyle/>
          <a:p>
            <a:pPr indent="0" lvl="0" marL="0" rtl="0" algn="l">
              <a:spcBef>
                <a:spcPts val="360"/>
              </a:spcBef>
              <a:spcAft>
                <a:spcPts val="0"/>
              </a:spcAft>
              <a:buNone/>
            </a:pPr>
            <a:r>
              <a:t/>
            </a:r>
            <a:endParaRPr/>
          </a:p>
        </p:txBody>
      </p:sp>
      <p:sp>
        <p:nvSpPr>
          <p:cNvPr id="415" name="Google Shape;415;p3:notes"/>
          <p:cNvSpPr/>
          <p:nvPr>
            <p:ph idx="2" type="sldImg"/>
          </p:nvPr>
        </p:nvSpPr>
        <p:spPr>
          <a:xfrm>
            <a:off x="2867025" y="527050"/>
            <a:ext cx="3502025" cy="2627313"/>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9" name="Shape 419"/>
        <p:cNvGrpSpPr/>
        <p:nvPr/>
      </p:nvGrpSpPr>
      <p:grpSpPr>
        <a:xfrm>
          <a:off x="0" y="0"/>
          <a:ext cx="0" cy="0"/>
          <a:chOff x="0" y="0"/>
          <a:chExt cx="0" cy="0"/>
        </a:xfrm>
      </p:grpSpPr>
      <p:sp>
        <p:nvSpPr>
          <p:cNvPr id="420" name="Google Shape;420;p4:notes"/>
          <p:cNvSpPr/>
          <p:nvPr>
            <p:ph idx="2" type="sldImg"/>
          </p:nvPr>
        </p:nvSpPr>
        <p:spPr>
          <a:xfrm>
            <a:off x="2867025" y="527050"/>
            <a:ext cx="3502025" cy="2627313"/>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
            <a:headEnd len="sm" w="sm" type="none"/>
            <a:tailEnd len="sm" w="sm" type="none"/>
          </a:ln>
        </p:spPr>
      </p:sp>
      <p:sp>
        <p:nvSpPr>
          <p:cNvPr id="421" name="Google Shape;421;p4:notes"/>
          <p:cNvSpPr txBox="1"/>
          <p:nvPr>
            <p:ph idx="1" type="body"/>
          </p:nvPr>
        </p:nvSpPr>
        <p:spPr>
          <a:xfrm>
            <a:off x="1229804" y="3330482"/>
            <a:ext cx="6776468" cy="3153355"/>
          </a:xfrm>
          <a:prstGeom prst="rect">
            <a:avLst/>
          </a:prstGeom>
          <a:noFill/>
          <a:ln>
            <a:noFill/>
          </a:ln>
        </p:spPr>
        <p:txBody>
          <a:bodyPr anchorCtr="0" anchor="t" bIns="46400" lIns="92800" spcFirstLastPara="1" rIns="92800" wrap="square" tIns="46400">
            <a:noAutofit/>
          </a:bodyPr>
          <a:lstStyle/>
          <a:p>
            <a:pPr indent="0" lvl="0" marL="0" rtl="0" algn="l">
              <a:spcBef>
                <a:spcPts val="0"/>
              </a:spcBef>
              <a:spcAft>
                <a:spcPts val="0"/>
              </a:spcAft>
              <a:buNone/>
            </a:pPr>
            <a:r>
              <a:t/>
            </a:r>
            <a:endParaRPr/>
          </a:p>
        </p:txBody>
      </p:sp>
      <p:sp>
        <p:nvSpPr>
          <p:cNvPr id="422" name="Google Shape;422;p4:notes"/>
          <p:cNvSpPr txBox="1"/>
          <p:nvPr>
            <p:ph idx="12" type="sldNum"/>
          </p:nvPr>
        </p:nvSpPr>
        <p:spPr>
          <a:xfrm>
            <a:off x="5232941" y="6659760"/>
            <a:ext cx="4003136" cy="350640"/>
          </a:xfrm>
          <a:prstGeom prst="rect">
            <a:avLst/>
          </a:prstGeom>
          <a:noFill/>
          <a:ln>
            <a:noFill/>
          </a:ln>
        </p:spPr>
        <p:txBody>
          <a:bodyPr anchorCtr="0" anchor="b" bIns="46400" lIns="92800" spcFirstLastPara="1" rIns="92800" wrap="square" tIns="464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6" name="Shape 426"/>
        <p:cNvGrpSpPr/>
        <p:nvPr/>
      </p:nvGrpSpPr>
      <p:grpSpPr>
        <a:xfrm>
          <a:off x="0" y="0"/>
          <a:ext cx="0" cy="0"/>
          <a:chOff x="0" y="0"/>
          <a:chExt cx="0" cy="0"/>
        </a:xfrm>
      </p:grpSpPr>
      <p:sp>
        <p:nvSpPr>
          <p:cNvPr id="427" name="Google Shape;427;p5:notes"/>
          <p:cNvSpPr/>
          <p:nvPr>
            <p:ph idx="2" type="sldImg"/>
          </p:nvPr>
        </p:nvSpPr>
        <p:spPr>
          <a:xfrm>
            <a:off x="2867025" y="527050"/>
            <a:ext cx="3502025" cy="2627313"/>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
            <a:headEnd len="sm" w="sm" type="none"/>
            <a:tailEnd len="sm" w="sm" type="none"/>
          </a:ln>
        </p:spPr>
      </p:sp>
      <p:sp>
        <p:nvSpPr>
          <p:cNvPr id="428" name="Google Shape;428;p5:notes"/>
          <p:cNvSpPr txBox="1"/>
          <p:nvPr>
            <p:ph idx="1" type="body"/>
          </p:nvPr>
        </p:nvSpPr>
        <p:spPr>
          <a:xfrm>
            <a:off x="1229804" y="3330482"/>
            <a:ext cx="6776468" cy="3153355"/>
          </a:xfrm>
          <a:prstGeom prst="rect">
            <a:avLst/>
          </a:prstGeom>
          <a:noFill/>
          <a:ln>
            <a:noFill/>
          </a:ln>
        </p:spPr>
        <p:txBody>
          <a:bodyPr anchorCtr="0" anchor="t" bIns="46400" lIns="92800" spcFirstLastPara="1" rIns="92800" wrap="square" tIns="46400">
            <a:noAutofit/>
          </a:bodyPr>
          <a:lstStyle/>
          <a:p>
            <a:pPr indent="0" lvl="0" marL="0" rtl="0" algn="l">
              <a:spcBef>
                <a:spcPts val="0"/>
              </a:spcBef>
              <a:spcAft>
                <a:spcPts val="0"/>
              </a:spcAft>
              <a:buNone/>
            </a:pPr>
            <a:r>
              <a:t/>
            </a:r>
            <a:endParaRPr/>
          </a:p>
        </p:txBody>
      </p:sp>
      <p:sp>
        <p:nvSpPr>
          <p:cNvPr id="429" name="Google Shape;429;p5:notes"/>
          <p:cNvSpPr txBox="1"/>
          <p:nvPr>
            <p:ph idx="12" type="sldNum"/>
          </p:nvPr>
        </p:nvSpPr>
        <p:spPr>
          <a:xfrm>
            <a:off x="5232941" y="6659760"/>
            <a:ext cx="4003136" cy="350640"/>
          </a:xfrm>
          <a:prstGeom prst="rect">
            <a:avLst/>
          </a:prstGeom>
          <a:noFill/>
          <a:ln>
            <a:noFill/>
          </a:ln>
        </p:spPr>
        <p:txBody>
          <a:bodyPr anchorCtr="0" anchor="b" bIns="46400" lIns="92800" spcFirstLastPara="1" rIns="92800" wrap="square" tIns="464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3" name="Shape 433"/>
        <p:cNvGrpSpPr/>
        <p:nvPr/>
      </p:nvGrpSpPr>
      <p:grpSpPr>
        <a:xfrm>
          <a:off x="0" y="0"/>
          <a:ext cx="0" cy="0"/>
          <a:chOff x="0" y="0"/>
          <a:chExt cx="0" cy="0"/>
        </a:xfrm>
      </p:grpSpPr>
      <p:sp>
        <p:nvSpPr>
          <p:cNvPr id="434" name="Google Shape;434;p6:notes"/>
          <p:cNvSpPr/>
          <p:nvPr>
            <p:ph idx="2" type="sldImg"/>
          </p:nvPr>
        </p:nvSpPr>
        <p:spPr>
          <a:xfrm>
            <a:off x="2867025" y="527050"/>
            <a:ext cx="3502025" cy="2627313"/>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
            <a:headEnd len="sm" w="sm" type="none"/>
            <a:tailEnd len="sm" w="sm" type="none"/>
          </a:ln>
        </p:spPr>
      </p:sp>
      <p:sp>
        <p:nvSpPr>
          <p:cNvPr id="435" name="Google Shape;435;p6:notes"/>
          <p:cNvSpPr txBox="1"/>
          <p:nvPr>
            <p:ph idx="1" type="body"/>
          </p:nvPr>
        </p:nvSpPr>
        <p:spPr>
          <a:xfrm>
            <a:off x="1229804" y="3330482"/>
            <a:ext cx="6776468" cy="3153355"/>
          </a:xfrm>
          <a:prstGeom prst="rect">
            <a:avLst/>
          </a:prstGeom>
          <a:noFill/>
          <a:ln>
            <a:noFill/>
          </a:ln>
        </p:spPr>
        <p:txBody>
          <a:bodyPr anchorCtr="0" anchor="t" bIns="46400" lIns="92800" spcFirstLastPara="1" rIns="92800" wrap="square" tIns="46400">
            <a:noAutofit/>
          </a:bodyPr>
          <a:lstStyle/>
          <a:p>
            <a:pPr indent="0" lvl="0" marL="0" rtl="0" algn="l">
              <a:spcBef>
                <a:spcPts val="0"/>
              </a:spcBef>
              <a:spcAft>
                <a:spcPts val="0"/>
              </a:spcAft>
              <a:buNone/>
            </a:pPr>
            <a:r>
              <a:t/>
            </a:r>
            <a:endParaRPr/>
          </a:p>
        </p:txBody>
      </p:sp>
      <p:sp>
        <p:nvSpPr>
          <p:cNvPr id="436" name="Google Shape;436;p6:notes"/>
          <p:cNvSpPr txBox="1"/>
          <p:nvPr>
            <p:ph idx="12" type="sldNum"/>
          </p:nvPr>
        </p:nvSpPr>
        <p:spPr>
          <a:xfrm>
            <a:off x="5232941" y="6659760"/>
            <a:ext cx="4003136" cy="350640"/>
          </a:xfrm>
          <a:prstGeom prst="rect">
            <a:avLst/>
          </a:prstGeom>
          <a:noFill/>
          <a:ln>
            <a:noFill/>
          </a:ln>
        </p:spPr>
        <p:txBody>
          <a:bodyPr anchorCtr="0" anchor="b" bIns="46400" lIns="92800" spcFirstLastPara="1" rIns="92800" wrap="square" tIns="464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0" name="Shape 440"/>
        <p:cNvGrpSpPr/>
        <p:nvPr/>
      </p:nvGrpSpPr>
      <p:grpSpPr>
        <a:xfrm>
          <a:off x="0" y="0"/>
          <a:ext cx="0" cy="0"/>
          <a:chOff x="0" y="0"/>
          <a:chExt cx="0" cy="0"/>
        </a:xfrm>
      </p:grpSpPr>
      <p:sp>
        <p:nvSpPr>
          <p:cNvPr id="441" name="Google Shape;441;p7:notes"/>
          <p:cNvSpPr/>
          <p:nvPr>
            <p:ph idx="2" type="sldImg"/>
          </p:nvPr>
        </p:nvSpPr>
        <p:spPr>
          <a:xfrm>
            <a:off x="2867025" y="527050"/>
            <a:ext cx="3502025" cy="2627313"/>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
            <a:headEnd len="sm" w="sm" type="none"/>
            <a:tailEnd len="sm" w="sm" type="none"/>
          </a:ln>
        </p:spPr>
      </p:sp>
      <p:sp>
        <p:nvSpPr>
          <p:cNvPr id="442" name="Google Shape;442;p7:notes"/>
          <p:cNvSpPr txBox="1"/>
          <p:nvPr>
            <p:ph idx="1" type="body"/>
          </p:nvPr>
        </p:nvSpPr>
        <p:spPr>
          <a:xfrm>
            <a:off x="1229804" y="3330482"/>
            <a:ext cx="6776468" cy="3153355"/>
          </a:xfrm>
          <a:prstGeom prst="rect">
            <a:avLst/>
          </a:prstGeom>
          <a:noFill/>
          <a:ln>
            <a:noFill/>
          </a:ln>
        </p:spPr>
        <p:txBody>
          <a:bodyPr anchorCtr="0" anchor="t" bIns="46400" lIns="92800" spcFirstLastPara="1" rIns="92800" wrap="square" tIns="46400">
            <a:noAutofit/>
          </a:bodyPr>
          <a:lstStyle/>
          <a:p>
            <a:pPr indent="0" lvl="0" marL="0" rtl="0" algn="l">
              <a:spcBef>
                <a:spcPts val="0"/>
              </a:spcBef>
              <a:spcAft>
                <a:spcPts val="0"/>
              </a:spcAft>
              <a:buNone/>
            </a:pPr>
            <a:r>
              <a:t/>
            </a:r>
            <a:endParaRPr/>
          </a:p>
        </p:txBody>
      </p:sp>
      <p:sp>
        <p:nvSpPr>
          <p:cNvPr id="443" name="Google Shape;443;p7:notes"/>
          <p:cNvSpPr txBox="1"/>
          <p:nvPr>
            <p:ph idx="12" type="sldNum"/>
          </p:nvPr>
        </p:nvSpPr>
        <p:spPr>
          <a:xfrm>
            <a:off x="5232941" y="6659760"/>
            <a:ext cx="4003136" cy="350640"/>
          </a:xfrm>
          <a:prstGeom prst="rect">
            <a:avLst/>
          </a:prstGeom>
          <a:noFill/>
          <a:ln>
            <a:noFill/>
          </a:ln>
        </p:spPr>
        <p:txBody>
          <a:bodyPr anchorCtr="0" anchor="b" bIns="46400" lIns="92800" spcFirstLastPara="1" rIns="92800" wrap="square" tIns="464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8" name="Shape 448"/>
        <p:cNvGrpSpPr/>
        <p:nvPr/>
      </p:nvGrpSpPr>
      <p:grpSpPr>
        <a:xfrm>
          <a:off x="0" y="0"/>
          <a:ext cx="0" cy="0"/>
          <a:chOff x="0" y="0"/>
          <a:chExt cx="0" cy="0"/>
        </a:xfrm>
      </p:grpSpPr>
      <p:sp>
        <p:nvSpPr>
          <p:cNvPr id="449" name="Google Shape;449;p8:notes"/>
          <p:cNvSpPr txBox="1"/>
          <p:nvPr>
            <p:ph idx="1" type="body"/>
          </p:nvPr>
        </p:nvSpPr>
        <p:spPr>
          <a:xfrm>
            <a:off x="1229804" y="3330482"/>
            <a:ext cx="6776468" cy="3153355"/>
          </a:xfrm>
          <a:prstGeom prst="rect">
            <a:avLst/>
          </a:prstGeom>
        </p:spPr>
        <p:txBody>
          <a:bodyPr anchorCtr="0" anchor="t" bIns="46400" lIns="92800" spcFirstLastPara="1" rIns="92800" wrap="square" tIns="46400">
            <a:noAutofit/>
          </a:bodyPr>
          <a:lstStyle/>
          <a:p>
            <a:pPr indent="0" lvl="0" marL="0" rtl="0" algn="l">
              <a:spcBef>
                <a:spcPts val="360"/>
              </a:spcBef>
              <a:spcAft>
                <a:spcPts val="0"/>
              </a:spcAft>
              <a:buNone/>
            </a:pPr>
            <a:r>
              <a:t/>
            </a:r>
            <a:endParaRPr/>
          </a:p>
        </p:txBody>
      </p:sp>
      <p:sp>
        <p:nvSpPr>
          <p:cNvPr id="450" name="Google Shape;450;p8:notes"/>
          <p:cNvSpPr/>
          <p:nvPr>
            <p:ph idx="2" type="sldImg"/>
          </p:nvPr>
        </p:nvSpPr>
        <p:spPr>
          <a:xfrm>
            <a:off x="2867025" y="527050"/>
            <a:ext cx="3502025" cy="2627313"/>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5" name="Shape 455"/>
        <p:cNvGrpSpPr/>
        <p:nvPr/>
      </p:nvGrpSpPr>
      <p:grpSpPr>
        <a:xfrm>
          <a:off x="0" y="0"/>
          <a:ext cx="0" cy="0"/>
          <a:chOff x="0" y="0"/>
          <a:chExt cx="0" cy="0"/>
        </a:xfrm>
      </p:grpSpPr>
      <p:sp>
        <p:nvSpPr>
          <p:cNvPr id="456" name="Google Shape;456;p9:notes"/>
          <p:cNvSpPr/>
          <p:nvPr>
            <p:ph idx="2" type="sldImg"/>
          </p:nvPr>
        </p:nvSpPr>
        <p:spPr>
          <a:xfrm>
            <a:off x="2867025" y="527050"/>
            <a:ext cx="3502025" cy="2627313"/>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
            <a:headEnd len="sm" w="sm" type="none"/>
            <a:tailEnd len="sm" w="sm" type="none"/>
          </a:ln>
        </p:spPr>
      </p:sp>
      <p:sp>
        <p:nvSpPr>
          <p:cNvPr id="457" name="Google Shape;457;p9:notes"/>
          <p:cNvSpPr txBox="1"/>
          <p:nvPr>
            <p:ph idx="1" type="body"/>
          </p:nvPr>
        </p:nvSpPr>
        <p:spPr>
          <a:xfrm>
            <a:off x="1229804" y="3330482"/>
            <a:ext cx="6776468" cy="3153355"/>
          </a:xfrm>
          <a:prstGeom prst="rect">
            <a:avLst/>
          </a:prstGeom>
          <a:noFill/>
          <a:ln>
            <a:noFill/>
          </a:ln>
        </p:spPr>
        <p:txBody>
          <a:bodyPr anchorCtr="0" anchor="t" bIns="46400" lIns="92800" spcFirstLastPara="1" rIns="92800" wrap="square" tIns="46400">
            <a:noAutofit/>
          </a:bodyPr>
          <a:lstStyle/>
          <a:p>
            <a:pPr indent="0" lvl="0" marL="0" rtl="0" algn="l">
              <a:spcBef>
                <a:spcPts val="0"/>
              </a:spcBef>
              <a:spcAft>
                <a:spcPts val="0"/>
              </a:spcAft>
              <a:buNone/>
            </a:pPr>
            <a:r>
              <a:t/>
            </a:r>
            <a:endParaRPr/>
          </a:p>
        </p:txBody>
      </p:sp>
      <p:sp>
        <p:nvSpPr>
          <p:cNvPr id="458" name="Google Shape;458;p9:notes"/>
          <p:cNvSpPr txBox="1"/>
          <p:nvPr>
            <p:ph idx="12" type="sldNum"/>
          </p:nvPr>
        </p:nvSpPr>
        <p:spPr>
          <a:xfrm>
            <a:off x="5232941" y="6659760"/>
            <a:ext cx="4003136" cy="350640"/>
          </a:xfrm>
          <a:prstGeom prst="rect">
            <a:avLst/>
          </a:prstGeom>
          <a:noFill/>
          <a:ln>
            <a:noFill/>
          </a:ln>
        </p:spPr>
        <p:txBody>
          <a:bodyPr anchorCtr="0" anchor="b" bIns="46400" lIns="92800" spcFirstLastPara="1" rIns="92800" wrap="square" tIns="464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3" name="Shape 463"/>
        <p:cNvGrpSpPr/>
        <p:nvPr/>
      </p:nvGrpSpPr>
      <p:grpSpPr>
        <a:xfrm>
          <a:off x="0" y="0"/>
          <a:ext cx="0" cy="0"/>
          <a:chOff x="0" y="0"/>
          <a:chExt cx="0" cy="0"/>
        </a:xfrm>
      </p:grpSpPr>
      <p:sp>
        <p:nvSpPr>
          <p:cNvPr id="464" name="Google Shape;464;p10:notes"/>
          <p:cNvSpPr/>
          <p:nvPr>
            <p:ph idx="2" type="sldImg"/>
          </p:nvPr>
        </p:nvSpPr>
        <p:spPr>
          <a:xfrm>
            <a:off x="2867025" y="527050"/>
            <a:ext cx="3502025" cy="2627313"/>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
            <a:headEnd len="sm" w="sm" type="none"/>
            <a:tailEnd len="sm" w="sm" type="none"/>
          </a:ln>
        </p:spPr>
      </p:sp>
      <p:sp>
        <p:nvSpPr>
          <p:cNvPr id="465" name="Google Shape;465;p10:notes"/>
          <p:cNvSpPr txBox="1"/>
          <p:nvPr>
            <p:ph idx="1" type="body"/>
          </p:nvPr>
        </p:nvSpPr>
        <p:spPr>
          <a:xfrm>
            <a:off x="1229804" y="3330482"/>
            <a:ext cx="6776468" cy="3153355"/>
          </a:xfrm>
          <a:prstGeom prst="rect">
            <a:avLst/>
          </a:prstGeom>
          <a:noFill/>
          <a:ln>
            <a:noFill/>
          </a:ln>
        </p:spPr>
        <p:txBody>
          <a:bodyPr anchorCtr="0" anchor="t" bIns="46400" lIns="92800" spcFirstLastPara="1" rIns="92800" wrap="square" tIns="46400">
            <a:noAutofit/>
          </a:bodyPr>
          <a:lstStyle/>
          <a:p>
            <a:pPr indent="0" lvl="0" marL="0" rtl="0" algn="l">
              <a:spcBef>
                <a:spcPts val="0"/>
              </a:spcBef>
              <a:spcAft>
                <a:spcPts val="0"/>
              </a:spcAft>
              <a:buNone/>
            </a:pPr>
            <a:r>
              <a:t/>
            </a:r>
            <a:endParaRPr/>
          </a:p>
        </p:txBody>
      </p:sp>
      <p:sp>
        <p:nvSpPr>
          <p:cNvPr id="466" name="Google Shape;466;p10:notes"/>
          <p:cNvSpPr txBox="1"/>
          <p:nvPr>
            <p:ph idx="12" type="sldNum"/>
          </p:nvPr>
        </p:nvSpPr>
        <p:spPr>
          <a:xfrm>
            <a:off x="5232941" y="6659760"/>
            <a:ext cx="4003136" cy="350640"/>
          </a:xfrm>
          <a:prstGeom prst="rect">
            <a:avLst/>
          </a:prstGeom>
          <a:noFill/>
          <a:ln>
            <a:noFill/>
          </a:ln>
        </p:spPr>
        <p:txBody>
          <a:bodyPr anchorCtr="0" anchor="b" bIns="46400" lIns="92800" spcFirstLastPara="1" rIns="92800" wrap="square" tIns="464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7" name="Shape 487"/>
        <p:cNvGrpSpPr/>
        <p:nvPr/>
      </p:nvGrpSpPr>
      <p:grpSpPr>
        <a:xfrm>
          <a:off x="0" y="0"/>
          <a:ext cx="0" cy="0"/>
          <a:chOff x="0" y="0"/>
          <a:chExt cx="0" cy="0"/>
        </a:xfrm>
      </p:grpSpPr>
      <p:sp>
        <p:nvSpPr>
          <p:cNvPr id="488" name="Google Shape;488;p11:notes"/>
          <p:cNvSpPr txBox="1"/>
          <p:nvPr>
            <p:ph idx="1" type="body"/>
          </p:nvPr>
        </p:nvSpPr>
        <p:spPr>
          <a:xfrm>
            <a:off x="1229804" y="3330482"/>
            <a:ext cx="6776468" cy="3153355"/>
          </a:xfrm>
          <a:prstGeom prst="rect">
            <a:avLst/>
          </a:prstGeom>
        </p:spPr>
        <p:txBody>
          <a:bodyPr anchorCtr="0" anchor="t" bIns="46400" lIns="92800" spcFirstLastPara="1" rIns="92800" wrap="square" tIns="46400">
            <a:noAutofit/>
          </a:bodyPr>
          <a:lstStyle/>
          <a:p>
            <a:pPr indent="0" lvl="0" marL="0" rtl="0" algn="l">
              <a:spcBef>
                <a:spcPts val="360"/>
              </a:spcBef>
              <a:spcAft>
                <a:spcPts val="0"/>
              </a:spcAft>
              <a:buNone/>
            </a:pPr>
            <a:r>
              <a:t/>
            </a:r>
            <a:endParaRPr/>
          </a:p>
        </p:txBody>
      </p:sp>
      <p:sp>
        <p:nvSpPr>
          <p:cNvPr id="489" name="Google Shape;489;p11:notes"/>
          <p:cNvSpPr/>
          <p:nvPr>
            <p:ph idx="2" type="sldImg"/>
          </p:nvPr>
        </p:nvSpPr>
        <p:spPr>
          <a:xfrm>
            <a:off x="2867025" y="527050"/>
            <a:ext cx="3502025" cy="2627313"/>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6" name="Shape 496"/>
        <p:cNvGrpSpPr/>
        <p:nvPr/>
      </p:nvGrpSpPr>
      <p:grpSpPr>
        <a:xfrm>
          <a:off x="0" y="0"/>
          <a:ext cx="0" cy="0"/>
          <a:chOff x="0" y="0"/>
          <a:chExt cx="0" cy="0"/>
        </a:xfrm>
      </p:grpSpPr>
      <p:sp>
        <p:nvSpPr>
          <p:cNvPr id="497" name="Google Shape;497;p12:notes"/>
          <p:cNvSpPr/>
          <p:nvPr>
            <p:ph idx="2" type="sldImg"/>
          </p:nvPr>
        </p:nvSpPr>
        <p:spPr>
          <a:xfrm>
            <a:off x="2867025" y="527050"/>
            <a:ext cx="3502025" cy="2627313"/>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
            <a:headEnd len="sm" w="sm" type="none"/>
            <a:tailEnd len="sm" w="sm" type="none"/>
          </a:ln>
        </p:spPr>
      </p:sp>
      <p:sp>
        <p:nvSpPr>
          <p:cNvPr id="498" name="Google Shape;498;p12:notes"/>
          <p:cNvSpPr txBox="1"/>
          <p:nvPr>
            <p:ph idx="1" type="body"/>
          </p:nvPr>
        </p:nvSpPr>
        <p:spPr>
          <a:xfrm>
            <a:off x="1229804" y="3330482"/>
            <a:ext cx="6776468" cy="3153355"/>
          </a:xfrm>
          <a:prstGeom prst="rect">
            <a:avLst/>
          </a:prstGeom>
          <a:noFill/>
          <a:ln>
            <a:noFill/>
          </a:ln>
        </p:spPr>
        <p:txBody>
          <a:bodyPr anchorCtr="0" anchor="t" bIns="46400" lIns="92800" spcFirstLastPara="1" rIns="92800" wrap="square" tIns="46400">
            <a:noAutofit/>
          </a:bodyPr>
          <a:lstStyle/>
          <a:p>
            <a:pPr indent="0" lvl="0" marL="0" rtl="0" algn="l">
              <a:spcBef>
                <a:spcPts val="0"/>
              </a:spcBef>
              <a:spcAft>
                <a:spcPts val="0"/>
              </a:spcAft>
              <a:buNone/>
            </a:pPr>
            <a:r>
              <a:t/>
            </a:r>
            <a:endParaRPr/>
          </a:p>
        </p:txBody>
      </p:sp>
      <p:sp>
        <p:nvSpPr>
          <p:cNvPr id="499" name="Google Shape;499;p12:notes"/>
          <p:cNvSpPr txBox="1"/>
          <p:nvPr>
            <p:ph idx="12" type="sldNum"/>
          </p:nvPr>
        </p:nvSpPr>
        <p:spPr>
          <a:xfrm>
            <a:off x="5232941" y="6659760"/>
            <a:ext cx="4003136" cy="350640"/>
          </a:xfrm>
          <a:prstGeom prst="rect">
            <a:avLst/>
          </a:prstGeom>
          <a:noFill/>
          <a:ln>
            <a:noFill/>
          </a:ln>
        </p:spPr>
        <p:txBody>
          <a:bodyPr anchorCtr="0" anchor="b" bIns="46400" lIns="92800" spcFirstLastPara="1" rIns="92800" wrap="square" tIns="464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jp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type="title">
  <p:cSld name="TITLE">
    <p:bg>
      <p:bgPr>
        <a:solidFill>
          <a:srgbClr val="0C0C0C"/>
        </a:solidFill>
      </p:bgPr>
    </p:bg>
    <p:spTree>
      <p:nvGrpSpPr>
        <p:cNvPr id="17" name="Shape 17"/>
        <p:cNvGrpSpPr/>
        <p:nvPr/>
      </p:nvGrpSpPr>
      <p:grpSpPr>
        <a:xfrm>
          <a:off x="0" y="0"/>
          <a:ext cx="0" cy="0"/>
          <a:chOff x="0" y="0"/>
          <a:chExt cx="0" cy="0"/>
        </a:xfrm>
      </p:grpSpPr>
      <p:sp>
        <p:nvSpPr>
          <p:cNvPr id="18" name="Google Shape;18;p16"/>
          <p:cNvSpPr txBox="1"/>
          <p:nvPr>
            <p:ph type="ctrTitle"/>
          </p:nvPr>
        </p:nvSpPr>
        <p:spPr>
          <a:xfrm>
            <a:off x="1066800" y="377952"/>
            <a:ext cx="7063740" cy="4041648"/>
          </a:xfrm>
          <a:prstGeom prst="rect">
            <a:avLst/>
          </a:prstGeom>
          <a:noFill/>
          <a:ln>
            <a:noFill/>
          </a:ln>
        </p:spPr>
        <p:txBody>
          <a:bodyPr anchorCtr="0" anchor="b" bIns="45700" lIns="91425" spcFirstLastPara="1" rIns="91425" wrap="square" tIns="45700">
            <a:normAutofit/>
          </a:bodyPr>
          <a:lstStyle>
            <a:lvl1pPr lvl="0" algn="ctr">
              <a:lnSpc>
                <a:spcPct val="85000"/>
              </a:lnSpc>
              <a:spcBef>
                <a:spcPts val="0"/>
              </a:spcBef>
              <a:spcAft>
                <a:spcPts val="0"/>
              </a:spcAft>
              <a:buClr>
                <a:schemeClr val="lt1"/>
              </a:buClr>
              <a:buSzPts val="6600"/>
              <a:buFont typeface="Verdana"/>
              <a:buNone/>
              <a:defRPr sz="6600">
                <a:solidFill>
                  <a:schemeClr val="lt1"/>
                </a:solidFill>
                <a:latin typeface="Verdana"/>
                <a:ea typeface="Verdana"/>
                <a:cs typeface="Verdana"/>
                <a:sym typeface="Verdana"/>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 name="Google Shape;19;p16"/>
          <p:cNvSpPr txBox="1"/>
          <p:nvPr>
            <p:ph idx="1" type="subTitle"/>
          </p:nvPr>
        </p:nvSpPr>
        <p:spPr>
          <a:xfrm>
            <a:off x="1066800" y="4495800"/>
            <a:ext cx="7063740" cy="1691640"/>
          </a:xfrm>
          <a:prstGeom prst="rect">
            <a:avLst/>
          </a:prstGeom>
          <a:noFill/>
          <a:ln>
            <a:noFill/>
          </a:ln>
        </p:spPr>
        <p:txBody>
          <a:bodyPr anchorCtr="0" anchor="t" bIns="45700" lIns="91425" spcFirstLastPara="1" rIns="91425" wrap="square" tIns="45700">
            <a:normAutofit/>
          </a:bodyPr>
          <a:lstStyle>
            <a:lvl1pPr lvl="0" algn="ctr">
              <a:lnSpc>
                <a:spcPct val="95000"/>
              </a:lnSpc>
              <a:spcBef>
                <a:spcPts val="1400"/>
              </a:spcBef>
              <a:spcAft>
                <a:spcPts val="0"/>
              </a:spcAft>
              <a:buSzPts val="2240"/>
              <a:buNone/>
              <a:defRPr sz="2800">
                <a:solidFill>
                  <a:srgbClr val="D8D8D8"/>
                </a:solidFill>
                <a:latin typeface="Verdana"/>
                <a:ea typeface="Verdana"/>
                <a:cs typeface="Verdana"/>
                <a:sym typeface="Verdana"/>
              </a:defRPr>
            </a:lvl1pPr>
            <a:lvl2pPr lvl="1" algn="ctr">
              <a:lnSpc>
                <a:spcPct val="90000"/>
              </a:lnSpc>
              <a:spcBef>
                <a:spcPts val="300"/>
              </a:spcBef>
              <a:spcAft>
                <a:spcPts val="0"/>
              </a:spcAft>
              <a:buSzPts val="2000"/>
              <a:buNone/>
              <a:defRPr sz="2000"/>
            </a:lvl2pPr>
            <a:lvl3pPr lvl="2" algn="ctr">
              <a:lnSpc>
                <a:spcPct val="90000"/>
              </a:lnSpc>
              <a:spcBef>
                <a:spcPts val="300"/>
              </a:spcBef>
              <a:spcAft>
                <a:spcPts val="0"/>
              </a:spcAft>
              <a:buSzPts val="2000"/>
              <a:buNone/>
              <a:defRPr sz="2000"/>
            </a:lvl3pPr>
            <a:lvl4pPr lvl="3" algn="ctr">
              <a:lnSpc>
                <a:spcPct val="90000"/>
              </a:lnSpc>
              <a:spcBef>
                <a:spcPts val="300"/>
              </a:spcBef>
              <a:spcAft>
                <a:spcPts val="0"/>
              </a:spcAft>
              <a:buSzPts val="2000"/>
              <a:buNone/>
              <a:defRPr sz="2000"/>
            </a:lvl4pPr>
            <a:lvl5pPr lvl="4" algn="ctr">
              <a:lnSpc>
                <a:spcPct val="90000"/>
              </a:lnSpc>
              <a:spcBef>
                <a:spcPts val="300"/>
              </a:spcBef>
              <a:spcAft>
                <a:spcPts val="0"/>
              </a:spcAft>
              <a:buSzPts val="2000"/>
              <a:buNone/>
              <a:defRPr sz="2000"/>
            </a:lvl5pPr>
            <a:lvl6pPr lvl="5" algn="ctr">
              <a:lnSpc>
                <a:spcPct val="90000"/>
              </a:lnSpc>
              <a:spcBef>
                <a:spcPts val="300"/>
              </a:spcBef>
              <a:spcAft>
                <a:spcPts val="0"/>
              </a:spcAft>
              <a:buSzPts val="2000"/>
              <a:buNone/>
              <a:defRPr sz="2000"/>
            </a:lvl6pPr>
            <a:lvl7pPr lvl="6" algn="ctr">
              <a:lnSpc>
                <a:spcPct val="90000"/>
              </a:lnSpc>
              <a:spcBef>
                <a:spcPts val="300"/>
              </a:spcBef>
              <a:spcAft>
                <a:spcPts val="0"/>
              </a:spcAft>
              <a:buSzPts val="2000"/>
              <a:buNone/>
              <a:defRPr sz="2000"/>
            </a:lvl7pPr>
            <a:lvl8pPr lvl="7" algn="ctr">
              <a:lnSpc>
                <a:spcPct val="90000"/>
              </a:lnSpc>
              <a:spcBef>
                <a:spcPts val="300"/>
              </a:spcBef>
              <a:spcAft>
                <a:spcPts val="0"/>
              </a:spcAft>
              <a:buSzPts val="2000"/>
              <a:buNone/>
              <a:defRPr sz="2000"/>
            </a:lvl8pPr>
            <a:lvl9pPr lvl="8" algn="ctr">
              <a:lnSpc>
                <a:spcPct val="90000"/>
              </a:lnSpc>
              <a:spcBef>
                <a:spcPts val="300"/>
              </a:spcBef>
              <a:spcAft>
                <a:spcPts val="300"/>
              </a:spcAft>
              <a:buSzPts val="2000"/>
              <a:buNone/>
              <a:defRPr sz="2000"/>
            </a:lvl9pPr>
          </a:lstStyle>
          <a:p/>
        </p:txBody>
      </p:sp>
      <p:cxnSp>
        <p:nvCxnSpPr>
          <p:cNvPr id="20" name="Google Shape;20;p16"/>
          <p:cNvCxnSpPr/>
          <p:nvPr/>
        </p:nvCxnSpPr>
        <p:spPr>
          <a:xfrm>
            <a:off x="609600" y="3200400"/>
            <a:ext cx="7924800" cy="0"/>
          </a:xfrm>
          <a:prstGeom prst="straightConnector1">
            <a:avLst/>
          </a:prstGeom>
          <a:noFill/>
          <a:ln cap="flat" cmpd="sng" w="38100">
            <a:solidFill>
              <a:srgbClr val="FF4C00"/>
            </a:solidFill>
            <a:prstDash val="solid"/>
            <a:round/>
            <a:headEnd len="sm" w="sm" type="none"/>
            <a:tailEnd len="sm" w="sm" type="none"/>
          </a:ln>
        </p:spPr>
      </p:cxnSp>
      <p:sp>
        <p:nvSpPr>
          <p:cNvPr id="21" name="Google Shape;21;p16"/>
          <p:cNvSpPr/>
          <p:nvPr/>
        </p:nvSpPr>
        <p:spPr>
          <a:xfrm>
            <a:off x="0" y="6583680"/>
            <a:ext cx="9144000" cy="274320"/>
          </a:xfrm>
          <a:prstGeom prst="rect">
            <a:avLst/>
          </a:prstGeom>
          <a:solidFill>
            <a:srgbClr val="072B6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i="0" sz="1000" u="none" cap="none" strike="noStrike">
              <a:solidFill>
                <a:schemeClr val="lt1"/>
              </a:solidFill>
              <a:latin typeface="Arial"/>
              <a:ea typeface="Arial"/>
              <a:cs typeface="Arial"/>
              <a:sym typeface="Arial"/>
            </a:endParaRPr>
          </a:p>
        </p:txBody>
      </p:sp>
      <p:sp>
        <p:nvSpPr>
          <p:cNvPr id="22" name="Google Shape;22;p16"/>
          <p:cNvSpPr txBox="1"/>
          <p:nvPr/>
        </p:nvSpPr>
        <p:spPr>
          <a:xfrm>
            <a:off x="76200" y="6584156"/>
            <a:ext cx="2286000" cy="30432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i="0" lang="en-US" sz="1000" u="none" cap="none" strike="noStrike">
                <a:solidFill>
                  <a:srgbClr val="BBD9DE"/>
                </a:solidFill>
                <a:latin typeface="Arial"/>
                <a:ea typeface="Arial"/>
                <a:cs typeface="Arial"/>
                <a:sym typeface="Arial"/>
              </a:rPr>
              <a:t>Fall 2026 – University of Virginia</a:t>
            </a:r>
            <a:endParaRPr b="0" i="0" sz="1000" u="none" cap="none" strike="noStrike">
              <a:solidFill>
                <a:srgbClr val="BBD9DE"/>
              </a:solidFill>
              <a:latin typeface="Arial"/>
              <a:ea typeface="Arial"/>
              <a:cs typeface="Arial"/>
              <a:sym typeface="Arial"/>
            </a:endParaRPr>
          </a:p>
        </p:txBody>
      </p:sp>
      <p:sp>
        <p:nvSpPr>
          <p:cNvPr id="23" name="Google Shape;23;p16"/>
          <p:cNvSpPr txBox="1"/>
          <p:nvPr/>
        </p:nvSpPr>
        <p:spPr>
          <a:xfrm>
            <a:off x="8686800" y="6553200"/>
            <a:ext cx="457200" cy="304800"/>
          </a:xfrm>
          <a:prstGeom prst="rect">
            <a:avLst/>
          </a:prstGeom>
          <a:noFill/>
          <a:ln>
            <a:noFill/>
          </a:ln>
        </p:spPr>
        <p:txBody>
          <a:bodyPr anchorCtr="0" anchor="b" bIns="45700" lIns="91425" spcFirstLastPara="1" rIns="91425" wrap="square" tIns="45700">
            <a:normAutofit/>
          </a:bodyPr>
          <a:lstStyle/>
          <a:p>
            <a:pPr indent="0" lvl="0" marL="0" marR="0" rtl="0" algn="ctr">
              <a:spcBef>
                <a:spcPts val="0"/>
              </a:spcBef>
              <a:spcAft>
                <a:spcPts val="0"/>
              </a:spcAft>
              <a:buNone/>
            </a:pPr>
            <a:fld id="{00000000-1234-1234-1234-123412341234}" type="slidenum">
              <a:rPr b="0" i="0" lang="en-US" sz="1000" u="none" cap="none" strike="noStrike">
                <a:solidFill>
                  <a:srgbClr val="BBD9DE"/>
                </a:solidFill>
                <a:latin typeface="Arial"/>
                <a:ea typeface="Arial"/>
                <a:cs typeface="Arial"/>
                <a:sym typeface="Arial"/>
              </a:rPr>
              <a:t>‹#›</a:t>
            </a:fld>
            <a:endParaRPr b="0" i="0" sz="1000" u="none" cap="none" strike="noStrike">
              <a:solidFill>
                <a:srgbClr val="BBD9DE"/>
              </a:solidFill>
              <a:latin typeface="Arial"/>
              <a:ea typeface="Arial"/>
              <a:cs typeface="Arial"/>
              <a:sym typeface="Arial"/>
            </a:endParaRPr>
          </a:p>
        </p:txBody>
      </p:sp>
      <p:sp>
        <p:nvSpPr>
          <p:cNvPr id="24" name="Google Shape;24;p16"/>
          <p:cNvSpPr txBox="1"/>
          <p:nvPr/>
        </p:nvSpPr>
        <p:spPr>
          <a:xfrm>
            <a:off x="3352800" y="6584156"/>
            <a:ext cx="2438400" cy="273844"/>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0" i="0" lang="en-US" sz="1000" u="none" cap="none" strike="noStrike">
                <a:solidFill>
                  <a:srgbClr val="BBD9DE"/>
                </a:solidFill>
                <a:latin typeface="Arial"/>
                <a:ea typeface="Arial"/>
                <a:cs typeface="Arial"/>
                <a:sym typeface="Arial"/>
              </a:rPr>
              <a:t>© Praphamontripong</a:t>
            </a:r>
            <a:endParaRPr b="0" i="0" sz="1000" u="none" cap="none" strike="noStrike">
              <a:solidFill>
                <a:srgbClr val="BBD9DE"/>
              </a:solidFill>
              <a:latin typeface="Arial"/>
              <a:ea typeface="Arial"/>
              <a:cs typeface="Arial"/>
              <a:sym typeface="Arial"/>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bg>
      <p:bgPr>
        <a:solidFill>
          <a:srgbClr val="0C0C0C"/>
        </a:solidFill>
      </p:bgPr>
    </p:bg>
    <p:spTree>
      <p:nvGrpSpPr>
        <p:cNvPr id="33" name="Shape 33"/>
        <p:cNvGrpSpPr/>
        <p:nvPr/>
      </p:nvGrpSpPr>
      <p:grpSpPr>
        <a:xfrm>
          <a:off x="0" y="0"/>
          <a:ext cx="0" cy="0"/>
          <a:chOff x="0" y="0"/>
          <a:chExt cx="0" cy="0"/>
        </a:xfrm>
      </p:grpSpPr>
      <p:sp>
        <p:nvSpPr>
          <p:cNvPr id="34" name="Google Shape;34;p17"/>
          <p:cNvSpPr txBox="1"/>
          <p:nvPr>
            <p:ph type="title"/>
          </p:nvPr>
        </p:nvSpPr>
        <p:spPr>
          <a:xfrm>
            <a:off x="0" y="0"/>
            <a:ext cx="9144000" cy="914400"/>
          </a:xfrm>
          <a:prstGeom prst="rect">
            <a:avLst/>
          </a:prstGeom>
          <a:noFill/>
          <a:ln>
            <a:noFill/>
          </a:ln>
        </p:spPr>
        <p:txBody>
          <a:bodyPr anchorCtr="0" anchor="ctr" bIns="45700" lIns="91425" spcFirstLastPara="1" rIns="91425" wrap="square" tIns="45700">
            <a:noAutofit/>
          </a:bodyPr>
          <a:lstStyle>
            <a:lvl1pPr lvl="0" algn="ctr">
              <a:lnSpc>
                <a:spcPct val="90000"/>
              </a:lnSpc>
              <a:spcBef>
                <a:spcPts val="0"/>
              </a:spcBef>
              <a:spcAft>
                <a:spcPts val="0"/>
              </a:spcAft>
              <a:buClr>
                <a:srgbClr val="FFFF00"/>
              </a:buClr>
              <a:buSzPts val="4000"/>
              <a:buFont typeface="Verdana"/>
              <a:buNone/>
              <a:defRPr b="1" sz="4000">
                <a:solidFill>
                  <a:srgbClr val="FFFF00"/>
                </a:solidFill>
                <a:latin typeface="Verdana"/>
                <a:ea typeface="Verdana"/>
                <a:cs typeface="Verdana"/>
                <a:sym typeface="Verdana"/>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17"/>
          <p:cNvSpPr txBox="1"/>
          <p:nvPr>
            <p:ph idx="1" type="body"/>
          </p:nvPr>
        </p:nvSpPr>
        <p:spPr>
          <a:xfrm>
            <a:off x="457200" y="1066801"/>
            <a:ext cx="7955280" cy="5113338"/>
          </a:xfrm>
          <a:prstGeom prst="rect">
            <a:avLst/>
          </a:prstGeom>
          <a:noFill/>
          <a:ln>
            <a:noFill/>
          </a:ln>
        </p:spPr>
        <p:txBody>
          <a:bodyPr anchorCtr="0" anchor="t" bIns="45700" lIns="91425" spcFirstLastPara="1" rIns="91425" wrap="square" tIns="45700">
            <a:normAutofit/>
          </a:bodyPr>
          <a:lstStyle>
            <a:lvl1pPr indent="-370840" lvl="0" marL="457200" algn="l">
              <a:lnSpc>
                <a:spcPct val="100000"/>
              </a:lnSpc>
              <a:spcBef>
                <a:spcPts val="1400"/>
              </a:spcBef>
              <a:spcAft>
                <a:spcPts val="0"/>
              </a:spcAft>
              <a:buClr>
                <a:schemeClr val="lt1"/>
              </a:buClr>
              <a:buSzPts val="2240"/>
              <a:buChar char="•"/>
              <a:defRPr sz="2800">
                <a:solidFill>
                  <a:schemeClr val="lt1"/>
                </a:solidFill>
                <a:latin typeface="Verdana"/>
                <a:ea typeface="Verdana"/>
                <a:cs typeface="Verdana"/>
                <a:sym typeface="Verdana"/>
              </a:defRPr>
            </a:lvl1pPr>
            <a:lvl2pPr indent="-381000" lvl="1" marL="914400" algn="l">
              <a:lnSpc>
                <a:spcPct val="100000"/>
              </a:lnSpc>
              <a:spcBef>
                <a:spcPts val="300"/>
              </a:spcBef>
              <a:spcAft>
                <a:spcPts val="0"/>
              </a:spcAft>
              <a:buClr>
                <a:schemeClr val="lt1"/>
              </a:buClr>
              <a:buSzPts val="2400"/>
              <a:buChar char="●"/>
              <a:defRPr sz="2400">
                <a:solidFill>
                  <a:schemeClr val="lt1"/>
                </a:solidFill>
                <a:latin typeface="Verdana"/>
                <a:ea typeface="Verdana"/>
                <a:cs typeface="Verdana"/>
                <a:sym typeface="Verdana"/>
              </a:defRPr>
            </a:lvl2pPr>
            <a:lvl3pPr indent="-355600" lvl="2" marL="1371600" algn="l">
              <a:lnSpc>
                <a:spcPct val="100000"/>
              </a:lnSpc>
              <a:spcBef>
                <a:spcPts val="300"/>
              </a:spcBef>
              <a:spcAft>
                <a:spcPts val="0"/>
              </a:spcAft>
              <a:buClr>
                <a:schemeClr val="lt1"/>
              </a:buClr>
              <a:buSzPts val="2000"/>
              <a:buChar char="●"/>
              <a:defRPr sz="2000">
                <a:solidFill>
                  <a:schemeClr val="lt1"/>
                </a:solidFill>
                <a:latin typeface="Verdana"/>
                <a:ea typeface="Verdana"/>
                <a:cs typeface="Verdana"/>
                <a:sym typeface="Verdana"/>
              </a:defRPr>
            </a:lvl3pPr>
            <a:lvl4pPr indent="-355600" lvl="3" marL="1828800" algn="l">
              <a:lnSpc>
                <a:spcPct val="100000"/>
              </a:lnSpc>
              <a:spcBef>
                <a:spcPts val="300"/>
              </a:spcBef>
              <a:spcAft>
                <a:spcPts val="0"/>
              </a:spcAft>
              <a:buClr>
                <a:schemeClr val="lt1"/>
              </a:buClr>
              <a:buSzPts val="2000"/>
              <a:buChar char="●"/>
              <a:defRPr sz="2000">
                <a:solidFill>
                  <a:schemeClr val="lt1"/>
                </a:solidFill>
                <a:latin typeface="Verdana"/>
                <a:ea typeface="Verdana"/>
                <a:cs typeface="Verdana"/>
                <a:sym typeface="Verdana"/>
              </a:defRPr>
            </a:lvl4pPr>
            <a:lvl5pPr indent="-355600" lvl="4" marL="2286000" algn="l">
              <a:lnSpc>
                <a:spcPct val="100000"/>
              </a:lnSpc>
              <a:spcBef>
                <a:spcPts val="300"/>
              </a:spcBef>
              <a:spcAft>
                <a:spcPts val="0"/>
              </a:spcAft>
              <a:buClr>
                <a:schemeClr val="lt1"/>
              </a:buClr>
              <a:buSzPts val="2000"/>
              <a:buChar char="●"/>
              <a:defRPr sz="2000">
                <a:solidFill>
                  <a:schemeClr val="lt1"/>
                </a:solidFill>
                <a:latin typeface="Verdana"/>
                <a:ea typeface="Verdana"/>
                <a:cs typeface="Verdana"/>
                <a:sym typeface="Verdana"/>
              </a:defRPr>
            </a:lvl5pPr>
            <a:lvl6pPr indent="-342900" lvl="5" marL="2743200" algn="l">
              <a:lnSpc>
                <a:spcPct val="90000"/>
              </a:lnSpc>
              <a:spcBef>
                <a:spcPts val="300"/>
              </a:spcBef>
              <a:spcAft>
                <a:spcPts val="0"/>
              </a:spcAft>
              <a:buSzPts val="1800"/>
              <a:buChar char="●"/>
              <a:defRPr/>
            </a:lvl6pPr>
            <a:lvl7pPr indent="-342900" lvl="6" marL="3200400" algn="l">
              <a:lnSpc>
                <a:spcPct val="90000"/>
              </a:lnSpc>
              <a:spcBef>
                <a:spcPts val="300"/>
              </a:spcBef>
              <a:spcAft>
                <a:spcPts val="0"/>
              </a:spcAft>
              <a:buSzPts val="1800"/>
              <a:buChar char="●"/>
              <a:defRPr/>
            </a:lvl7pPr>
            <a:lvl8pPr indent="-342900" lvl="7" marL="3657600" algn="l">
              <a:lnSpc>
                <a:spcPct val="90000"/>
              </a:lnSpc>
              <a:spcBef>
                <a:spcPts val="300"/>
              </a:spcBef>
              <a:spcAft>
                <a:spcPts val="0"/>
              </a:spcAft>
              <a:buSzPts val="1800"/>
              <a:buChar char="●"/>
              <a:defRPr/>
            </a:lvl8pPr>
            <a:lvl9pPr indent="-342900" lvl="8" marL="4114800" algn="l">
              <a:lnSpc>
                <a:spcPct val="90000"/>
              </a:lnSpc>
              <a:spcBef>
                <a:spcPts val="300"/>
              </a:spcBef>
              <a:spcAft>
                <a:spcPts val="300"/>
              </a:spcAft>
              <a:buSzPts val="1800"/>
              <a:buChar char="●"/>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type="title">
  <p:cSld name="TITLE">
    <p:bg>
      <p:bgPr>
        <a:solidFill>
          <a:srgbClr val="0C0C0C"/>
        </a:solidFill>
      </p:bgPr>
    </p:bg>
    <p:spTree>
      <p:nvGrpSpPr>
        <p:cNvPr id="36" name="Shape 36"/>
        <p:cNvGrpSpPr/>
        <p:nvPr/>
      </p:nvGrpSpPr>
      <p:grpSpPr>
        <a:xfrm>
          <a:off x="0" y="0"/>
          <a:ext cx="0" cy="0"/>
          <a:chOff x="0" y="0"/>
          <a:chExt cx="0" cy="0"/>
        </a:xfrm>
      </p:grpSpPr>
      <p:sp>
        <p:nvSpPr>
          <p:cNvPr id="37" name="Google Shape;37;p15"/>
          <p:cNvSpPr txBox="1"/>
          <p:nvPr>
            <p:ph type="ctrTitle"/>
          </p:nvPr>
        </p:nvSpPr>
        <p:spPr>
          <a:xfrm>
            <a:off x="1066800" y="377952"/>
            <a:ext cx="7063740" cy="4041648"/>
          </a:xfrm>
          <a:prstGeom prst="rect">
            <a:avLst/>
          </a:prstGeom>
          <a:noFill/>
          <a:ln>
            <a:noFill/>
          </a:ln>
        </p:spPr>
        <p:txBody>
          <a:bodyPr anchorCtr="0" anchor="b" bIns="45700" lIns="91425" spcFirstLastPara="1" rIns="91425" wrap="square" tIns="45700">
            <a:normAutofit/>
          </a:bodyPr>
          <a:lstStyle>
            <a:lvl1pPr lvl="0" algn="ctr">
              <a:lnSpc>
                <a:spcPct val="85000"/>
              </a:lnSpc>
              <a:spcBef>
                <a:spcPts val="0"/>
              </a:spcBef>
              <a:spcAft>
                <a:spcPts val="0"/>
              </a:spcAft>
              <a:buClr>
                <a:schemeClr val="lt1"/>
              </a:buClr>
              <a:buSzPts val="6600"/>
              <a:buFont typeface="Verdana"/>
              <a:buNone/>
              <a:defRPr sz="6600">
                <a:solidFill>
                  <a:schemeClr val="lt1"/>
                </a:solidFill>
                <a:latin typeface="Verdana"/>
                <a:ea typeface="Verdana"/>
                <a:cs typeface="Verdana"/>
                <a:sym typeface="Verdana"/>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8" name="Google Shape;38;p15"/>
          <p:cNvSpPr txBox="1"/>
          <p:nvPr>
            <p:ph idx="1" type="subTitle"/>
          </p:nvPr>
        </p:nvSpPr>
        <p:spPr>
          <a:xfrm>
            <a:off x="1066800" y="4495800"/>
            <a:ext cx="7063740" cy="1691640"/>
          </a:xfrm>
          <a:prstGeom prst="rect">
            <a:avLst/>
          </a:prstGeom>
          <a:noFill/>
          <a:ln>
            <a:noFill/>
          </a:ln>
        </p:spPr>
        <p:txBody>
          <a:bodyPr anchorCtr="0" anchor="t" bIns="45700" lIns="91425" spcFirstLastPara="1" rIns="91425" wrap="square" tIns="45700">
            <a:normAutofit/>
          </a:bodyPr>
          <a:lstStyle>
            <a:lvl1pPr lvl="0" algn="ctr">
              <a:lnSpc>
                <a:spcPct val="95000"/>
              </a:lnSpc>
              <a:spcBef>
                <a:spcPts val="1400"/>
              </a:spcBef>
              <a:spcAft>
                <a:spcPts val="0"/>
              </a:spcAft>
              <a:buSzPts val="2240"/>
              <a:buNone/>
              <a:defRPr sz="2800">
                <a:solidFill>
                  <a:srgbClr val="D8D8D8"/>
                </a:solidFill>
                <a:latin typeface="Verdana"/>
                <a:ea typeface="Verdana"/>
                <a:cs typeface="Verdana"/>
                <a:sym typeface="Verdana"/>
              </a:defRPr>
            </a:lvl1pPr>
            <a:lvl2pPr lvl="1" algn="ctr">
              <a:lnSpc>
                <a:spcPct val="90000"/>
              </a:lnSpc>
              <a:spcBef>
                <a:spcPts val="300"/>
              </a:spcBef>
              <a:spcAft>
                <a:spcPts val="0"/>
              </a:spcAft>
              <a:buSzPts val="2000"/>
              <a:buNone/>
              <a:defRPr sz="2000"/>
            </a:lvl2pPr>
            <a:lvl3pPr lvl="2" algn="ctr">
              <a:lnSpc>
                <a:spcPct val="90000"/>
              </a:lnSpc>
              <a:spcBef>
                <a:spcPts val="300"/>
              </a:spcBef>
              <a:spcAft>
                <a:spcPts val="0"/>
              </a:spcAft>
              <a:buSzPts val="2000"/>
              <a:buNone/>
              <a:defRPr sz="2000"/>
            </a:lvl3pPr>
            <a:lvl4pPr lvl="3" algn="ctr">
              <a:lnSpc>
                <a:spcPct val="90000"/>
              </a:lnSpc>
              <a:spcBef>
                <a:spcPts val="300"/>
              </a:spcBef>
              <a:spcAft>
                <a:spcPts val="0"/>
              </a:spcAft>
              <a:buSzPts val="2000"/>
              <a:buNone/>
              <a:defRPr sz="2000"/>
            </a:lvl4pPr>
            <a:lvl5pPr lvl="4" algn="ctr">
              <a:lnSpc>
                <a:spcPct val="90000"/>
              </a:lnSpc>
              <a:spcBef>
                <a:spcPts val="300"/>
              </a:spcBef>
              <a:spcAft>
                <a:spcPts val="0"/>
              </a:spcAft>
              <a:buSzPts val="2000"/>
              <a:buNone/>
              <a:defRPr sz="2000"/>
            </a:lvl5pPr>
            <a:lvl6pPr lvl="5" algn="ctr">
              <a:lnSpc>
                <a:spcPct val="90000"/>
              </a:lnSpc>
              <a:spcBef>
                <a:spcPts val="300"/>
              </a:spcBef>
              <a:spcAft>
                <a:spcPts val="0"/>
              </a:spcAft>
              <a:buSzPts val="2000"/>
              <a:buNone/>
              <a:defRPr sz="2000"/>
            </a:lvl6pPr>
            <a:lvl7pPr lvl="6" algn="ctr">
              <a:lnSpc>
                <a:spcPct val="90000"/>
              </a:lnSpc>
              <a:spcBef>
                <a:spcPts val="300"/>
              </a:spcBef>
              <a:spcAft>
                <a:spcPts val="0"/>
              </a:spcAft>
              <a:buSzPts val="2000"/>
              <a:buNone/>
              <a:defRPr sz="2000"/>
            </a:lvl7pPr>
            <a:lvl8pPr lvl="7" algn="ctr">
              <a:lnSpc>
                <a:spcPct val="90000"/>
              </a:lnSpc>
              <a:spcBef>
                <a:spcPts val="300"/>
              </a:spcBef>
              <a:spcAft>
                <a:spcPts val="0"/>
              </a:spcAft>
              <a:buSzPts val="2000"/>
              <a:buNone/>
              <a:defRPr sz="2000"/>
            </a:lvl8pPr>
            <a:lvl9pPr lvl="8" algn="ctr">
              <a:lnSpc>
                <a:spcPct val="90000"/>
              </a:lnSpc>
              <a:spcBef>
                <a:spcPts val="300"/>
              </a:spcBef>
              <a:spcAft>
                <a:spcPts val="300"/>
              </a:spcAft>
              <a:buSzPts val="2000"/>
              <a:buNone/>
              <a:defRPr sz="2000"/>
            </a:lvl9pPr>
          </a:lstStyle>
          <a:p/>
        </p:txBody>
      </p:sp>
      <p:cxnSp>
        <p:nvCxnSpPr>
          <p:cNvPr id="39" name="Google Shape;39;p15"/>
          <p:cNvCxnSpPr/>
          <p:nvPr/>
        </p:nvCxnSpPr>
        <p:spPr>
          <a:xfrm>
            <a:off x="609600" y="3200400"/>
            <a:ext cx="7924800" cy="0"/>
          </a:xfrm>
          <a:prstGeom prst="straightConnector1">
            <a:avLst/>
          </a:prstGeom>
          <a:noFill/>
          <a:ln cap="flat" cmpd="sng" w="38100">
            <a:solidFill>
              <a:srgbClr val="FF4C00"/>
            </a:solidFill>
            <a:prstDash val="solid"/>
            <a:round/>
            <a:headEnd len="sm" w="sm" type="none"/>
            <a:tailEnd len="sm" w="sm" type="none"/>
          </a:ln>
        </p:spPr>
      </p:cxnSp>
      <p:sp>
        <p:nvSpPr>
          <p:cNvPr id="40" name="Google Shape;40;p15"/>
          <p:cNvSpPr/>
          <p:nvPr/>
        </p:nvSpPr>
        <p:spPr>
          <a:xfrm>
            <a:off x="0" y="6583680"/>
            <a:ext cx="9144000" cy="274320"/>
          </a:xfrm>
          <a:prstGeom prst="rect">
            <a:avLst/>
          </a:prstGeom>
          <a:solidFill>
            <a:srgbClr val="072B6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1000">
              <a:solidFill>
                <a:schemeClr val="lt1"/>
              </a:solidFill>
              <a:latin typeface="Arial"/>
              <a:ea typeface="Arial"/>
              <a:cs typeface="Arial"/>
              <a:sym typeface="Arial"/>
            </a:endParaRPr>
          </a:p>
        </p:txBody>
      </p:sp>
      <p:sp>
        <p:nvSpPr>
          <p:cNvPr id="41" name="Google Shape;41;p15"/>
          <p:cNvSpPr txBox="1"/>
          <p:nvPr/>
        </p:nvSpPr>
        <p:spPr>
          <a:xfrm>
            <a:off x="76200" y="6584156"/>
            <a:ext cx="2286000" cy="30432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000" u="none">
                <a:solidFill>
                  <a:srgbClr val="BBD9DE"/>
                </a:solidFill>
                <a:latin typeface="Arial"/>
                <a:ea typeface="Arial"/>
                <a:cs typeface="Arial"/>
                <a:sym typeface="Arial"/>
              </a:rPr>
              <a:t>Fall 2026 – University of Virginia</a:t>
            </a:r>
            <a:endParaRPr b="0" sz="1000" u="none">
              <a:solidFill>
                <a:srgbClr val="BBD9DE"/>
              </a:solidFill>
              <a:latin typeface="Arial"/>
              <a:ea typeface="Arial"/>
              <a:cs typeface="Arial"/>
              <a:sym typeface="Arial"/>
            </a:endParaRPr>
          </a:p>
        </p:txBody>
      </p:sp>
      <p:sp>
        <p:nvSpPr>
          <p:cNvPr id="42" name="Google Shape;42;p15"/>
          <p:cNvSpPr txBox="1"/>
          <p:nvPr/>
        </p:nvSpPr>
        <p:spPr>
          <a:xfrm>
            <a:off x="8686800" y="6553200"/>
            <a:ext cx="457200" cy="304800"/>
          </a:xfrm>
          <a:prstGeom prst="rect">
            <a:avLst/>
          </a:prstGeom>
          <a:noFill/>
          <a:ln>
            <a:noFill/>
          </a:ln>
        </p:spPr>
        <p:txBody>
          <a:bodyPr anchorCtr="0" anchor="b" bIns="45700" lIns="91425" spcFirstLastPara="1" rIns="91425" wrap="square" tIns="45700">
            <a:normAutofit/>
          </a:bodyPr>
          <a:lstStyle/>
          <a:p>
            <a:pPr indent="0" lvl="0" marL="0" marR="0" rtl="0" algn="ctr">
              <a:spcBef>
                <a:spcPts val="0"/>
              </a:spcBef>
              <a:spcAft>
                <a:spcPts val="0"/>
              </a:spcAft>
              <a:buNone/>
            </a:pPr>
            <a:fld id="{00000000-1234-1234-1234-123412341234}" type="slidenum">
              <a:rPr b="0" lang="en-US" sz="1000" u="none">
                <a:solidFill>
                  <a:srgbClr val="BBD9DE"/>
                </a:solidFill>
                <a:latin typeface="Arial"/>
                <a:ea typeface="Arial"/>
                <a:cs typeface="Arial"/>
                <a:sym typeface="Arial"/>
              </a:rPr>
              <a:t>‹#›</a:t>
            </a:fld>
            <a:endParaRPr b="0" sz="1000" u="none">
              <a:solidFill>
                <a:srgbClr val="BBD9DE"/>
              </a:solidFill>
              <a:latin typeface="Arial"/>
              <a:ea typeface="Arial"/>
              <a:cs typeface="Arial"/>
              <a:sym typeface="Arial"/>
            </a:endParaRPr>
          </a:p>
        </p:txBody>
      </p:sp>
      <p:sp>
        <p:nvSpPr>
          <p:cNvPr id="43" name="Google Shape;43;p15"/>
          <p:cNvSpPr txBox="1"/>
          <p:nvPr/>
        </p:nvSpPr>
        <p:spPr>
          <a:xfrm>
            <a:off x="3352800" y="6584156"/>
            <a:ext cx="2438400" cy="273844"/>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0" lang="en-US" sz="1000" u="none">
                <a:solidFill>
                  <a:srgbClr val="BBD9DE"/>
                </a:solidFill>
                <a:latin typeface="Arial"/>
                <a:ea typeface="Arial"/>
                <a:cs typeface="Arial"/>
                <a:sym typeface="Arial"/>
              </a:rPr>
              <a:t>© Praphamontripong</a:t>
            </a:r>
            <a:endParaRPr b="0" sz="1000" u="none">
              <a:solidFill>
                <a:srgbClr val="BBD9DE"/>
              </a:solidFill>
              <a:latin typeface="Arial"/>
              <a:ea typeface="Arial"/>
              <a:cs typeface="Arial"/>
              <a:sym typeface="Aria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rgbClr val="0C0C0C"/>
        </a:solidFill>
      </p:bgPr>
    </p:bg>
    <p:spTree>
      <p:nvGrpSpPr>
        <p:cNvPr id="44" name="Shape 44"/>
        <p:cNvGrpSpPr/>
        <p:nvPr/>
      </p:nvGrpSpPr>
      <p:grpSpPr>
        <a:xfrm>
          <a:off x="0" y="0"/>
          <a:ext cx="0" cy="0"/>
          <a:chOff x="0" y="0"/>
          <a:chExt cx="0" cy="0"/>
        </a:xfrm>
      </p:grpSpPr>
      <p:sp>
        <p:nvSpPr>
          <p:cNvPr id="45" name="Google Shape;45;p18"/>
          <p:cNvSpPr txBox="1"/>
          <p:nvPr>
            <p:ph type="title"/>
          </p:nvPr>
        </p:nvSpPr>
        <p:spPr>
          <a:xfrm>
            <a:off x="946404" y="758952"/>
            <a:ext cx="7063740" cy="4041648"/>
          </a:xfrm>
          <a:prstGeom prst="rect">
            <a:avLst/>
          </a:prstGeom>
          <a:noFill/>
          <a:ln>
            <a:noFill/>
          </a:ln>
        </p:spPr>
        <p:txBody>
          <a:bodyPr anchorCtr="0" anchor="b" bIns="45700" lIns="91425" spcFirstLastPara="1" rIns="91425" wrap="square" tIns="45700">
            <a:normAutofit/>
          </a:bodyPr>
          <a:lstStyle>
            <a:lvl1pPr lvl="0" algn="l">
              <a:lnSpc>
                <a:spcPct val="85000"/>
              </a:lnSpc>
              <a:spcBef>
                <a:spcPts val="0"/>
              </a:spcBef>
              <a:spcAft>
                <a:spcPts val="0"/>
              </a:spcAft>
              <a:buClr>
                <a:schemeClr val="dk1"/>
              </a:buClr>
              <a:buSzPts val="6600"/>
              <a:buFont typeface="Century Schoolbook"/>
              <a:buNone/>
              <a:defRPr b="0" sz="66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6" name="Google Shape;46;p18"/>
          <p:cNvSpPr txBox="1"/>
          <p:nvPr>
            <p:ph idx="1" type="body"/>
          </p:nvPr>
        </p:nvSpPr>
        <p:spPr>
          <a:xfrm>
            <a:off x="946404" y="4800600"/>
            <a:ext cx="7063740" cy="1691640"/>
          </a:xfrm>
          <a:prstGeom prst="rect">
            <a:avLst/>
          </a:prstGeom>
          <a:noFill/>
          <a:ln>
            <a:noFill/>
          </a:ln>
        </p:spPr>
        <p:txBody>
          <a:bodyPr anchorCtr="0" anchor="t" bIns="45700" lIns="91425" spcFirstLastPara="1" rIns="91425" wrap="square" tIns="45700">
            <a:normAutofit/>
          </a:bodyPr>
          <a:lstStyle>
            <a:lvl1pPr indent="-228600" lvl="0" marL="457200" algn="l">
              <a:lnSpc>
                <a:spcPct val="95000"/>
              </a:lnSpc>
              <a:spcBef>
                <a:spcPts val="1400"/>
              </a:spcBef>
              <a:spcAft>
                <a:spcPts val="0"/>
              </a:spcAft>
              <a:buSzPts val="1600"/>
              <a:buNone/>
              <a:defRPr sz="2000">
                <a:solidFill>
                  <a:srgbClr val="3F3F3F"/>
                </a:solidFill>
              </a:defRPr>
            </a:lvl1pPr>
            <a:lvl2pPr indent="-228600" lvl="1" marL="914400" algn="l">
              <a:lnSpc>
                <a:spcPct val="90000"/>
              </a:lnSpc>
              <a:spcBef>
                <a:spcPts val="300"/>
              </a:spcBef>
              <a:spcAft>
                <a:spcPts val="0"/>
              </a:spcAft>
              <a:buSzPts val="1800"/>
              <a:buNone/>
              <a:defRPr sz="1800">
                <a:solidFill>
                  <a:srgbClr val="888888"/>
                </a:solidFill>
              </a:defRPr>
            </a:lvl2pPr>
            <a:lvl3pPr indent="-228600" lvl="2" marL="1371600" algn="l">
              <a:lnSpc>
                <a:spcPct val="90000"/>
              </a:lnSpc>
              <a:spcBef>
                <a:spcPts val="300"/>
              </a:spcBef>
              <a:spcAft>
                <a:spcPts val="0"/>
              </a:spcAft>
              <a:buSzPts val="1600"/>
              <a:buNone/>
              <a:defRPr sz="1600">
                <a:solidFill>
                  <a:srgbClr val="888888"/>
                </a:solidFill>
              </a:defRPr>
            </a:lvl3pPr>
            <a:lvl4pPr indent="-228600" lvl="3" marL="1828800" algn="l">
              <a:lnSpc>
                <a:spcPct val="90000"/>
              </a:lnSpc>
              <a:spcBef>
                <a:spcPts val="300"/>
              </a:spcBef>
              <a:spcAft>
                <a:spcPts val="0"/>
              </a:spcAft>
              <a:buSzPts val="1400"/>
              <a:buNone/>
              <a:defRPr sz="1400">
                <a:solidFill>
                  <a:srgbClr val="888888"/>
                </a:solidFill>
              </a:defRPr>
            </a:lvl4pPr>
            <a:lvl5pPr indent="-228600" lvl="4" marL="2286000" algn="l">
              <a:lnSpc>
                <a:spcPct val="90000"/>
              </a:lnSpc>
              <a:spcBef>
                <a:spcPts val="300"/>
              </a:spcBef>
              <a:spcAft>
                <a:spcPts val="0"/>
              </a:spcAft>
              <a:buSzPts val="1400"/>
              <a:buNone/>
              <a:defRPr sz="1400">
                <a:solidFill>
                  <a:srgbClr val="888888"/>
                </a:solidFill>
              </a:defRPr>
            </a:lvl5pPr>
            <a:lvl6pPr indent="-228600" lvl="5" marL="2743200" algn="l">
              <a:lnSpc>
                <a:spcPct val="90000"/>
              </a:lnSpc>
              <a:spcBef>
                <a:spcPts val="300"/>
              </a:spcBef>
              <a:spcAft>
                <a:spcPts val="0"/>
              </a:spcAft>
              <a:buSzPts val="1400"/>
              <a:buNone/>
              <a:defRPr sz="1400">
                <a:solidFill>
                  <a:srgbClr val="888888"/>
                </a:solidFill>
              </a:defRPr>
            </a:lvl6pPr>
            <a:lvl7pPr indent="-228600" lvl="6" marL="3200400" algn="l">
              <a:lnSpc>
                <a:spcPct val="90000"/>
              </a:lnSpc>
              <a:spcBef>
                <a:spcPts val="300"/>
              </a:spcBef>
              <a:spcAft>
                <a:spcPts val="0"/>
              </a:spcAft>
              <a:buSzPts val="1400"/>
              <a:buNone/>
              <a:defRPr sz="1400">
                <a:solidFill>
                  <a:srgbClr val="888888"/>
                </a:solidFill>
              </a:defRPr>
            </a:lvl7pPr>
            <a:lvl8pPr indent="-228600" lvl="7" marL="3657600" algn="l">
              <a:lnSpc>
                <a:spcPct val="90000"/>
              </a:lnSpc>
              <a:spcBef>
                <a:spcPts val="300"/>
              </a:spcBef>
              <a:spcAft>
                <a:spcPts val="0"/>
              </a:spcAft>
              <a:buSzPts val="1400"/>
              <a:buNone/>
              <a:defRPr sz="1400">
                <a:solidFill>
                  <a:srgbClr val="888888"/>
                </a:solidFill>
              </a:defRPr>
            </a:lvl8pPr>
            <a:lvl9pPr indent="-228600" lvl="8" marL="4114800" algn="l">
              <a:lnSpc>
                <a:spcPct val="90000"/>
              </a:lnSpc>
              <a:spcBef>
                <a:spcPts val="300"/>
              </a:spcBef>
              <a:spcAft>
                <a:spcPts val="300"/>
              </a:spcAft>
              <a:buSzPts val="1400"/>
              <a:buNone/>
              <a:defRPr sz="1400">
                <a:solidFill>
                  <a:srgbClr val="888888"/>
                </a:solidFill>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bg>
      <p:bgPr>
        <a:solidFill>
          <a:srgbClr val="0C0C0C"/>
        </a:solidFill>
      </p:bgPr>
    </p:bg>
    <p:spTree>
      <p:nvGrpSpPr>
        <p:cNvPr id="47" name="Shape 47"/>
        <p:cNvGrpSpPr/>
        <p:nvPr/>
      </p:nvGrpSpPr>
      <p:grpSpPr>
        <a:xfrm>
          <a:off x="0" y="0"/>
          <a:ext cx="0" cy="0"/>
          <a:chOff x="0" y="0"/>
          <a:chExt cx="0" cy="0"/>
        </a:xfrm>
      </p:grpSpPr>
      <p:sp>
        <p:nvSpPr>
          <p:cNvPr id="48" name="Google Shape;48;p19"/>
          <p:cNvSpPr txBox="1"/>
          <p:nvPr>
            <p:ph type="title"/>
          </p:nvPr>
        </p:nvSpPr>
        <p:spPr>
          <a:xfrm>
            <a:off x="974539" y="365760"/>
            <a:ext cx="7269480" cy="1325562"/>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lt1"/>
              </a:buClr>
              <a:buSzPts val="4000"/>
              <a:buFont typeface="Century Schoolbook"/>
              <a:buNone/>
              <a:defRPr>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9" name="Google Shape;49;p19"/>
          <p:cNvSpPr txBox="1"/>
          <p:nvPr>
            <p:ph idx="1" type="body"/>
          </p:nvPr>
        </p:nvSpPr>
        <p:spPr>
          <a:xfrm>
            <a:off x="974539" y="1828801"/>
            <a:ext cx="3360420" cy="4351337"/>
          </a:xfrm>
          <a:prstGeom prst="rect">
            <a:avLst/>
          </a:prstGeom>
          <a:noFill/>
          <a:ln>
            <a:noFill/>
          </a:ln>
        </p:spPr>
        <p:txBody>
          <a:bodyPr anchorCtr="0" anchor="t" bIns="45700" lIns="91425" spcFirstLastPara="1" rIns="91425" wrap="square" tIns="45700">
            <a:normAutofit/>
          </a:bodyPr>
          <a:lstStyle>
            <a:lvl1pPr indent="-320040" lvl="0" marL="457200" algn="l">
              <a:lnSpc>
                <a:spcPct val="95000"/>
              </a:lnSpc>
              <a:spcBef>
                <a:spcPts val="1400"/>
              </a:spcBef>
              <a:spcAft>
                <a:spcPts val="0"/>
              </a:spcAft>
              <a:buSzPts val="1440"/>
              <a:buChar char="•"/>
              <a:defRPr sz="1800">
                <a:solidFill>
                  <a:schemeClr val="lt1"/>
                </a:solidFill>
              </a:defRPr>
            </a:lvl1pPr>
            <a:lvl2pPr indent="-330200" lvl="1" marL="914400" algn="l">
              <a:lnSpc>
                <a:spcPct val="90000"/>
              </a:lnSpc>
              <a:spcBef>
                <a:spcPts val="300"/>
              </a:spcBef>
              <a:spcAft>
                <a:spcPts val="0"/>
              </a:spcAft>
              <a:buSzPts val="1600"/>
              <a:buChar char="●"/>
              <a:defRPr sz="1600">
                <a:solidFill>
                  <a:schemeClr val="lt1"/>
                </a:solidFill>
              </a:defRPr>
            </a:lvl2pPr>
            <a:lvl3pPr indent="-317500" lvl="2" marL="1371600" algn="l">
              <a:lnSpc>
                <a:spcPct val="90000"/>
              </a:lnSpc>
              <a:spcBef>
                <a:spcPts val="300"/>
              </a:spcBef>
              <a:spcAft>
                <a:spcPts val="0"/>
              </a:spcAft>
              <a:buSzPts val="1400"/>
              <a:buChar char="●"/>
              <a:defRPr sz="1400">
                <a:solidFill>
                  <a:schemeClr val="lt1"/>
                </a:solidFill>
              </a:defRPr>
            </a:lvl3pPr>
            <a:lvl4pPr indent="-317500" lvl="3" marL="1828800" algn="l">
              <a:lnSpc>
                <a:spcPct val="90000"/>
              </a:lnSpc>
              <a:spcBef>
                <a:spcPts val="300"/>
              </a:spcBef>
              <a:spcAft>
                <a:spcPts val="0"/>
              </a:spcAft>
              <a:buSzPts val="1400"/>
              <a:buChar char="●"/>
              <a:defRPr sz="1400">
                <a:solidFill>
                  <a:schemeClr val="lt1"/>
                </a:solidFill>
              </a:defRPr>
            </a:lvl4pPr>
            <a:lvl5pPr indent="-317500" lvl="4" marL="2286000" algn="l">
              <a:lnSpc>
                <a:spcPct val="90000"/>
              </a:lnSpc>
              <a:spcBef>
                <a:spcPts val="300"/>
              </a:spcBef>
              <a:spcAft>
                <a:spcPts val="0"/>
              </a:spcAft>
              <a:buSzPts val="1400"/>
              <a:buChar char="●"/>
              <a:defRPr sz="1400">
                <a:solidFill>
                  <a:schemeClr val="lt1"/>
                </a:solidFill>
              </a:defRPr>
            </a:lvl5pPr>
            <a:lvl6pPr indent="-317500" lvl="5" marL="2743200" algn="l">
              <a:lnSpc>
                <a:spcPct val="90000"/>
              </a:lnSpc>
              <a:spcBef>
                <a:spcPts val="300"/>
              </a:spcBef>
              <a:spcAft>
                <a:spcPts val="0"/>
              </a:spcAft>
              <a:buSzPts val="1400"/>
              <a:buChar char="●"/>
              <a:defRPr sz="1400"/>
            </a:lvl6pPr>
            <a:lvl7pPr indent="-317500" lvl="6" marL="3200400" algn="l">
              <a:lnSpc>
                <a:spcPct val="90000"/>
              </a:lnSpc>
              <a:spcBef>
                <a:spcPts val="300"/>
              </a:spcBef>
              <a:spcAft>
                <a:spcPts val="0"/>
              </a:spcAft>
              <a:buSzPts val="1400"/>
              <a:buChar char="●"/>
              <a:defRPr sz="1400"/>
            </a:lvl7pPr>
            <a:lvl8pPr indent="-317500" lvl="7" marL="3657600" algn="l">
              <a:lnSpc>
                <a:spcPct val="90000"/>
              </a:lnSpc>
              <a:spcBef>
                <a:spcPts val="300"/>
              </a:spcBef>
              <a:spcAft>
                <a:spcPts val="0"/>
              </a:spcAft>
              <a:buSzPts val="1400"/>
              <a:buChar char="●"/>
              <a:defRPr sz="1400"/>
            </a:lvl8pPr>
            <a:lvl9pPr indent="-317500" lvl="8" marL="4114800" algn="l">
              <a:lnSpc>
                <a:spcPct val="90000"/>
              </a:lnSpc>
              <a:spcBef>
                <a:spcPts val="300"/>
              </a:spcBef>
              <a:spcAft>
                <a:spcPts val="300"/>
              </a:spcAft>
              <a:buSzPts val="1400"/>
              <a:buChar char="●"/>
              <a:defRPr sz="1400"/>
            </a:lvl9pPr>
          </a:lstStyle>
          <a:p/>
        </p:txBody>
      </p:sp>
      <p:sp>
        <p:nvSpPr>
          <p:cNvPr id="50" name="Google Shape;50;p19"/>
          <p:cNvSpPr txBox="1"/>
          <p:nvPr>
            <p:ph idx="2" type="body"/>
          </p:nvPr>
        </p:nvSpPr>
        <p:spPr>
          <a:xfrm>
            <a:off x="4622995" y="1828801"/>
            <a:ext cx="3360420" cy="4351337"/>
          </a:xfrm>
          <a:prstGeom prst="rect">
            <a:avLst/>
          </a:prstGeom>
          <a:noFill/>
          <a:ln>
            <a:noFill/>
          </a:ln>
        </p:spPr>
        <p:txBody>
          <a:bodyPr anchorCtr="0" anchor="t" bIns="45700" lIns="91425" spcFirstLastPara="1" rIns="91425" wrap="square" tIns="45700">
            <a:normAutofit/>
          </a:bodyPr>
          <a:lstStyle>
            <a:lvl1pPr indent="-320040" lvl="0" marL="457200" algn="l">
              <a:lnSpc>
                <a:spcPct val="95000"/>
              </a:lnSpc>
              <a:spcBef>
                <a:spcPts val="1400"/>
              </a:spcBef>
              <a:spcAft>
                <a:spcPts val="0"/>
              </a:spcAft>
              <a:buSzPts val="1440"/>
              <a:buChar char="•"/>
              <a:defRPr sz="1800">
                <a:solidFill>
                  <a:schemeClr val="lt1"/>
                </a:solidFill>
              </a:defRPr>
            </a:lvl1pPr>
            <a:lvl2pPr indent="-330200" lvl="1" marL="914400" algn="l">
              <a:lnSpc>
                <a:spcPct val="90000"/>
              </a:lnSpc>
              <a:spcBef>
                <a:spcPts val="300"/>
              </a:spcBef>
              <a:spcAft>
                <a:spcPts val="0"/>
              </a:spcAft>
              <a:buSzPts val="1600"/>
              <a:buChar char="●"/>
              <a:defRPr sz="1600">
                <a:solidFill>
                  <a:schemeClr val="lt1"/>
                </a:solidFill>
              </a:defRPr>
            </a:lvl2pPr>
            <a:lvl3pPr indent="-317500" lvl="2" marL="1371600" algn="l">
              <a:lnSpc>
                <a:spcPct val="90000"/>
              </a:lnSpc>
              <a:spcBef>
                <a:spcPts val="300"/>
              </a:spcBef>
              <a:spcAft>
                <a:spcPts val="0"/>
              </a:spcAft>
              <a:buSzPts val="1400"/>
              <a:buChar char="●"/>
              <a:defRPr sz="1400">
                <a:solidFill>
                  <a:schemeClr val="lt1"/>
                </a:solidFill>
              </a:defRPr>
            </a:lvl3pPr>
            <a:lvl4pPr indent="-317500" lvl="3" marL="1828800" algn="l">
              <a:lnSpc>
                <a:spcPct val="90000"/>
              </a:lnSpc>
              <a:spcBef>
                <a:spcPts val="300"/>
              </a:spcBef>
              <a:spcAft>
                <a:spcPts val="0"/>
              </a:spcAft>
              <a:buSzPts val="1400"/>
              <a:buChar char="●"/>
              <a:defRPr sz="1400">
                <a:solidFill>
                  <a:schemeClr val="lt1"/>
                </a:solidFill>
              </a:defRPr>
            </a:lvl4pPr>
            <a:lvl5pPr indent="-317500" lvl="4" marL="2286000" algn="l">
              <a:lnSpc>
                <a:spcPct val="90000"/>
              </a:lnSpc>
              <a:spcBef>
                <a:spcPts val="300"/>
              </a:spcBef>
              <a:spcAft>
                <a:spcPts val="0"/>
              </a:spcAft>
              <a:buSzPts val="1400"/>
              <a:buChar char="●"/>
              <a:defRPr sz="1400">
                <a:solidFill>
                  <a:schemeClr val="lt1"/>
                </a:solidFill>
              </a:defRPr>
            </a:lvl5pPr>
            <a:lvl6pPr indent="-317500" lvl="5" marL="2743200" algn="l">
              <a:lnSpc>
                <a:spcPct val="90000"/>
              </a:lnSpc>
              <a:spcBef>
                <a:spcPts val="300"/>
              </a:spcBef>
              <a:spcAft>
                <a:spcPts val="0"/>
              </a:spcAft>
              <a:buSzPts val="1400"/>
              <a:buChar char="●"/>
              <a:defRPr sz="1400"/>
            </a:lvl6pPr>
            <a:lvl7pPr indent="-317500" lvl="6" marL="3200400" algn="l">
              <a:lnSpc>
                <a:spcPct val="90000"/>
              </a:lnSpc>
              <a:spcBef>
                <a:spcPts val="300"/>
              </a:spcBef>
              <a:spcAft>
                <a:spcPts val="0"/>
              </a:spcAft>
              <a:buSzPts val="1400"/>
              <a:buChar char="●"/>
              <a:defRPr sz="1400"/>
            </a:lvl7pPr>
            <a:lvl8pPr indent="-317500" lvl="7" marL="3657600" algn="l">
              <a:lnSpc>
                <a:spcPct val="90000"/>
              </a:lnSpc>
              <a:spcBef>
                <a:spcPts val="300"/>
              </a:spcBef>
              <a:spcAft>
                <a:spcPts val="0"/>
              </a:spcAft>
              <a:buSzPts val="1400"/>
              <a:buChar char="●"/>
              <a:defRPr sz="1400"/>
            </a:lvl8pPr>
            <a:lvl9pPr indent="-317500" lvl="8" marL="4114800" algn="l">
              <a:lnSpc>
                <a:spcPct val="90000"/>
              </a:lnSpc>
              <a:spcBef>
                <a:spcPts val="300"/>
              </a:spcBef>
              <a:spcAft>
                <a:spcPts val="300"/>
              </a:spcAft>
              <a:buSzPts val="1400"/>
              <a:buChar char="●"/>
              <a:defRPr sz="1400"/>
            </a:lvl9pPr>
          </a:lstStyle>
          <a:p/>
        </p:txBody>
      </p:sp>
      <p:sp>
        <p:nvSpPr>
          <p:cNvPr id="51" name="Google Shape;51;p19"/>
          <p:cNvSpPr txBox="1"/>
          <p:nvPr>
            <p:ph idx="11" type="ftr"/>
          </p:nvPr>
        </p:nvSpPr>
        <p:spPr>
          <a:xfrm>
            <a:off x="3124200" y="6455811"/>
            <a:ext cx="3581400" cy="273844"/>
          </a:xfrm>
          <a:prstGeom prst="rect">
            <a:avLst/>
          </a:prstGeom>
          <a:noFill/>
          <a:ln>
            <a:noFill/>
          </a:ln>
        </p:spPr>
        <p:txBody>
          <a:bodyPr anchorCtr="0" anchor="t" bIns="45700" lIns="91425" spcFirstLastPara="1" rIns="91425" wrap="square" tIns="45700">
            <a:noAutofit/>
          </a:bodyPr>
          <a:lstStyle>
            <a:lvl1pPr lvl="0" marR="0" rtl="0" algn="ctr">
              <a:spcBef>
                <a:spcPts val="0"/>
              </a:spcBef>
              <a:spcAft>
                <a:spcPts val="0"/>
              </a:spcAft>
              <a:buSzPts val="1400"/>
              <a:buNone/>
              <a:defRPr b="0" sz="1200">
                <a:solidFill>
                  <a:srgbClr val="BBD9DE"/>
                </a:solidFill>
                <a:latin typeface="Arial"/>
                <a:ea typeface="Arial"/>
                <a:cs typeface="Arial"/>
                <a:sym typeface="Arial"/>
              </a:defRPr>
            </a:lvl1pPr>
            <a:lvl2pPr lvl="1" marR="0" rtl="0" algn="l">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2pPr>
            <a:lvl3pPr lvl="2" marR="0" rtl="0" algn="l">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3pPr>
            <a:lvl4pPr lvl="3" marR="0" rtl="0" algn="l">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4pPr>
            <a:lvl5pPr lvl="4" marR="0" rtl="0" algn="l">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5pPr>
            <a:lvl6pPr lvl="5" marR="0" rtl="0" algn="l">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6pPr>
            <a:lvl7pPr lvl="6" marR="0" rtl="0" algn="l">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7pPr>
            <a:lvl8pPr lvl="7" marR="0" rtl="0" algn="l">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8pPr>
            <a:lvl9pPr lvl="8" marR="0" rtl="0" algn="l">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9pPr>
          </a:lstStyle>
          <a:p/>
        </p:txBody>
      </p:sp>
      <p:sp>
        <p:nvSpPr>
          <p:cNvPr id="52" name="Google Shape;52;p19"/>
          <p:cNvSpPr txBox="1"/>
          <p:nvPr>
            <p:ph idx="12" type="sldNum"/>
          </p:nvPr>
        </p:nvSpPr>
        <p:spPr>
          <a:xfrm>
            <a:off x="8077200" y="6248400"/>
            <a:ext cx="685800" cy="593725"/>
          </a:xfrm>
          <a:prstGeom prst="rect">
            <a:avLst/>
          </a:prstGeom>
          <a:noFill/>
          <a:ln>
            <a:noFill/>
          </a:ln>
        </p:spPr>
        <p:txBody>
          <a:bodyPr anchorCtr="0" anchor="t" bIns="45700" lIns="91425" spcFirstLastPara="1" rIns="91425" wrap="square" tIns="45700">
            <a:normAutofit/>
          </a:bodyPr>
          <a:lstStyle>
            <a:lvl1pPr indent="0" lvl="0" marL="0" marR="0" rtl="0" algn="l">
              <a:spcBef>
                <a:spcPts val="0"/>
              </a:spcBef>
              <a:spcAft>
                <a:spcPts val="0"/>
              </a:spcAft>
              <a:buNone/>
              <a:defRPr b="1" sz="1600">
                <a:solidFill>
                  <a:srgbClr val="BBD9DE"/>
                </a:solidFill>
                <a:latin typeface="Arial"/>
                <a:ea typeface="Arial"/>
                <a:cs typeface="Arial"/>
                <a:sym typeface="Arial"/>
              </a:defRPr>
            </a:lvl1pPr>
            <a:lvl2pPr indent="0" lvl="1" marL="0" marR="0" rtl="0" algn="l">
              <a:spcBef>
                <a:spcPts val="0"/>
              </a:spcBef>
              <a:spcAft>
                <a:spcPts val="0"/>
              </a:spcAft>
              <a:buNone/>
              <a:defRPr b="1" sz="1600">
                <a:solidFill>
                  <a:srgbClr val="BBD9DE"/>
                </a:solidFill>
                <a:latin typeface="Arial"/>
                <a:ea typeface="Arial"/>
                <a:cs typeface="Arial"/>
                <a:sym typeface="Arial"/>
              </a:defRPr>
            </a:lvl2pPr>
            <a:lvl3pPr indent="0" lvl="2" marL="0" marR="0" rtl="0" algn="l">
              <a:spcBef>
                <a:spcPts val="0"/>
              </a:spcBef>
              <a:spcAft>
                <a:spcPts val="0"/>
              </a:spcAft>
              <a:buNone/>
              <a:defRPr b="1" sz="1600">
                <a:solidFill>
                  <a:srgbClr val="BBD9DE"/>
                </a:solidFill>
                <a:latin typeface="Arial"/>
                <a:ea typeface="Arial"/>
                <a:cs typeface="Arial"/>
                <a:sym typeface="Arial"/>
              </a:defRPr>
            </a:lvl3pPr>
            <a:lvl4pPr indent="0" lvl="3" marL="0" marR="0" rtl="0" algn="l">
              <a:spcBef>
                <a:spcPts val="0"/>
              </a:spcBef>
              <a:spcAft>
                <a:spcPts val="0"/>
              </a:spcAft>
              <a:buNone/>
              <a:defRPr b="1" sz="1600">
                <a:solidFill>
                  <a:srgbClr val="BBD9DE"/>
                </a:solidFill>
                <a:latin typeface="Arial"/>
                <a:ea typeface="Arial"/>
                <a:cs typeface="Arial"/>
                <a:sym typeface="Arial"/>
              </a:defRPr>
            </a:lvl4pPr>
            <a:lvl5pPr indent="0" lvl="4" marL="0" marR="0" rtl="0" algn="l">
              <a:spcBef>
                <a:spcPts val="0"/>
              </a:spcBef>
              <a:spcAft>
                <a:spcPts val="0"/>
              </a:spcAft>
              <a:buNone/>
              <a:defRPr b="1" sz="1600">
                <a:solidFill>
                  <a:srgbClr val="BBD9DE"/>
                </a:solidFill>
                <a:latin typeface="Arial"/>
                <a:ea typeface="Arial"/>
                <a:cs typeface="Arial"/>
                <a:sym typeface="Arial"/>
              </a:defRPr>
            </a:lvl5pPr>
            <a:lvl6pPr indent="0" lvl="5" marL="0" marR="0" rtl="0" algn="l">
              <a:spcBef>
                <a:spcPts val="0"/>
              </a:spcBef>
              <a:spcAft>
                <a:spcPts val="0"/>
              </a:spcAft>
              <a:buNone/>
              <a:defRPr b="1" sz="1600">
                <a:solidFill>
                  <a:srgbClr val="BBD9DE"/>
                </a:solidFill>
                <a:latin typeface="Arial"/>
                <a:ea typeface="Arial"/>
                <a:cs typeface="Arial"/>
                <a:sym typeface="Arial"/>
              </a:defRPr>
            </a:lvl6pPr>
            <a:lvl7pPr indent="0" lvl="6" marL="0" marR="0" rtl="0" algn="l">
              <a:spcBef>
                <a:spcPts val="0"/>
              </a:spcBef>
              <a:spcAft>
                <a:spcPts val="0"/>
              </a:spcAft>
              <a:buNone/>
              <a:defRPr b="1" sz="1600">
                <a:solidFill>
                  <a:srgbClr val="BBD9DE"/>
                </a:solidFill>
                <a:latin typeface="Arial"/>
                <a:ea typeface="Arial"/>
                <a:cs typeface="Arial"/>
                <a:sym typeface="Arial"/>
              </a:defRPr>
            </a:lvl7pPr>
            <a:lvl8pPr indent="0" lvl="7" marL="0" marR="0" rtl="0" algn="l">
              <a:spcBef>
                <a:spcPts val="0"/>
              </a:spcBef>
              <a:spcAft>
                <a:spcPts val="0"/>
              </a:spcAft>
              <a:buNone/>
              <a:defRPr b="1" sz="1600">
                <a:solidFill>
                  <a:srgbClr val="BBD9DE"/>
                </a:solidFill>
                <a:latin typeface="Arial"/>
                <a:ea typeface="Arial"/>
                <a:cs typeface="Arial"/>
                <a:sym typeface="Arial"/>
              </a:defRPr>
            </a:lvl8pPr>
            <a:lvl9pPr indent="0" lvl="8" marL="0" marR="0" rtl="0" algn="l">
              <a:spcBef>
                <a:spcPts val="0"/>
              </a:spcBef>
              <a:spcAft>
                <a:spcPts val="0"/>
              </a:spcAft>
              <a:buNone/>
              <a:defRPr b="1" sz="1600">
                <a:solidFill>
                  <a:srgbClr val="BBD9DE"/>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53" name="Shape 53"/>
        <p:cNvGrpSpPr/>
        <p:nvPr/>
      </p:nvGrpSpPr>
      <p:grpSpPr>
        <a:xfrm>
          <a:off x="0" y="0"/>
          <a:ext cx="0" cy="0"/>
          <a:chOff x="0" y="0"/>
          <a:chExt cx="0" cy="0"/>
        </a:xfrm>
      </p:grpSpPr>
      <p:sp>
        <p:nvSpPr>
          <p:cNvPr id="54" name="Google Shape;54;p20"/>
          <p:cNvSpPr txBox="1"/>
          <p:nvPr>
            <p:ph type="title"/>
          </p:nvPr>
        </p:nvSpPr>
        <p:spPr>
          <a:xfrm>
            <a:off x="946404" y="365760"/>
            <a:ext cx="7269480" cy="1325562"/>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5" name="Google Shape;55;p20"/>
          <p:cNvSpPr txBox="1"/>
          <p:nvPr>
            <p:ph idx="1" type="body"/>
          </p:nvPr>
        </p:nvSpPr>
        <p:spPr>
          <a:xfrm>
            <a:off x="946404" y="1717185"/>
            <a:ext cx="3360420" cy="731520"/>
          </a:xfrm>
          <a:prstGeom prst="rect">
            <a:avLst/>
          </a:prstGeom>
          <a:noFill/>
          <a:ln>
            <a:noFill/>
          </a:ln>
        </p:spPr>
        <p:txBody>
          <a:bodyPr anchorCtr="0" anchor="b" bIns="45700" lIns="91425" spcFirstLastPara="1" rIns="91425" wrap="square" tIns="45700">
            <a:normAutofit/>
          </a:bodyPr>
          <a:lstStyle>
            <a:lvl1pPr indent="-228600" lvl="0" marL="457200" algn="l">
              <a:lnSpc>
                <a:spcPct val="95000"/>
              </a:lnSpc>
              <a:spcBef>
                <a:spcPts val="0"/>
              </a:spcBef>
              <a:spcAft>
                <a:spcPts val="0"/>
              </a:spcAft>
              <a:buSzPts val="1440"/>
              <a:buNone/>
              <a:defRPr b="0" sz="1800">
                <a:solidFill>
                  <a:schemeClr val="dk2"/>
                </a:solidFill>
              </a:defRPr>
            </a:lvl1pPr>
            <a:lvl2pPr indent="-228600" lvl="1" marL="914400" algn="l">
              <a:lnSpc>
                <a:spcPct val="90000"/>
              </a:lnSpc>
              <a:spcBef>
                <a:spcPts val="300"/>
              </a:spcBef>
              <a:spcAft>
                <a:spcPts val="0"/>
              </a:spcAft>
              <a:buSzPts val="1800"/>
              <a:buNone/>
              <a:defRPr b="1" sz="1800"/>
            </a:lvl2pPr>
            <a:lvl3pPr indent="-228600" lvl="2" marL="1371600" algn="l">
              <a:lnSpc>
                <a:spcPct val="90000"/>
              </a:lnSpc>
              <a:spcBef>
                <a:spcPts val="300"/>
              </a:spcBef>
              <a:spcAft>
                <a:spcPts val="0"/>
              </a:spcAft>
              <a:buSzPts val="1800"/>
              <a:buNone/>
              <a:defRPr b="1" sz="1800"/>
            </a:lvl3pPr>
            <a:lvl4pPr indent="-228600" lvl="3" marL="1828800" algn="l">
              <a:lnSpc>
                <a:spcPct val="90000"/>
              </a:lnSpc>
              <a:spcBef>
                <a:spcPts val="300"/>
              </a:spcBef>
              <a:spcAft>
                <a:spcPts val="0"/>
              </a:spcAft>
              <a:buSzPts val="1600"/>
              <a:buNone/>
              <a:defRPr b="1" sz="1600"/>
            </a:lvl4pPr>
            <a:lvl5pPr indent="-228600" lvl="4" marL="2286000" algn="l">
              <a:lnSpc>
                <a:spcPct val="90000"/>
              </a:lnSpc>
              <a:spcBef>
                <a:spcPts val="300"/>
              </a:spcBef>
              <a:spcAft>
                <a:spcPts val="0"/>
              </a:spcAft>
              <a:buSzPts val="1600"/>
              <a:buNone/>
              <a:defRPr b="1" sz="1600"/>
            </a:lvl5pPr>
            <a:lvl6pPr indent="-228600" lvl="5" marL="2743200" algn="l">
              <a:lnSpc>
                <a:spcPct val="90000"/>
              </a:lnSpc>
              <a:spcBef>
                <a:spcPts val="300"/>
              </a:spcBef>
              <a:spcAft>
                <a:spcPts val="0"/>
              </a:spcAft>
              <a:buSzPts val="1600"/>
              <a:buNone/>
              <a:defRPr b="1" sz="1600"/>
            </a:lvl6pPr>
            <a:lvl7pPr indent="-228600" lvl="6" marL="3200400" algn="l">
              <a:lnSpc>
                <a:spcPct val="90000"/>
              </a:lnSpc>
              <a:spcBef>
                <a:spcPts val="300"/>
              </a:spcBef>
              <a:spcAft>
                <a:spcPts val="0"/>
              </a:spcAft>
              <a:buSzPts val="1600"/>
              <a:buNone/>
              <a:defRPr b="1" sz="1600"/>
            </a:lvl7pPr>
            <a:lvl8pPr indent="-228600" lvl="7" marL="3657600" algn="l">
              <a:lnSpc>
                <a:spcPct val="90000"/>
              </a:lnSpc>
              <a:spcBef>
                <a:spcPts val="300"/>
              </a:spcBef>
              <a:spcAft>
                <a:spcPts val="0"/>
              </a:spcAft>
              <a:buSzPts val="1600"/>
              <a:buNone/>
              <a:defRPr b="1" sz="1600"/>
            </a:lvl8pPr>
            <a:lvl9pPr indent="-228600" lvl="8" marL="4114800" algn="l">
              <a:lnSpc>
                <a:spcPct val="90000"/>
              </a:lnSpc>
              <a:spcBef>
                <a:spcPts val="300"/>
              </a:spcBef>
              <a:spcAft>
                <a:spcPts val="300"/>
              </a:spcAft>
              <a:buSzPts val="1600"/>
              <a:buNone/>
              <a:defRPr b="1" sz="1600"/>
            </a:lvl9pPr>
          </a:lstStyle>
          <a:p/>
        </p:txBody>
      </p:sp>
      <p:sp>
        <p:nvSpPr>
          <p:cNvPr id="56" name="Google Shape;56;p20"/>
          <p:cNvSpPr txBox="1"/>
          <p:nvPr>
            <p:ph idx="2" type="body"/>
          </p:nvPr>
        </p:nvSpPr>
        <p:spPr>
          <a:xfrm>
            <a:off x="946404" y="2507550"/>
            <a:ext cx="3360420" cy="3664650"/>
          </a:xfrm>
          <a:prstGeom prst="rect">
            <a:avLst/>
          </a:prstGeom>
          <a:noFill/>
          <a:ln>
            <a:noFill/>
          </a:ln>
        </p:spPr>
        <p:txBody>
          <a:bodyPr anchorCtr="0" anchor="t" bIns="45700" lIns="91425" spcFirstLastPara="1" rIns="91425" wrap="square" tIns="45700">
            <a:normAutofit/>
          </a:bodyPr>
          <a:lstStyle>
            <a:lvl1pPr indent="-320040" lvl="0" marL="457200" algn="l">
              <a:lnSpc>
                <a:spcPct val="95000"/>
              </a:lnSpc>
              <a:spcBef>
                <a:spcPts val="1400"/>
              </a:spcBef>
              <a:spcAft>
                <a:spcPts val="0"/>
              </a:spcAft>
              <a:buSzPts val="1440"/>
              <a:buChar char="•"/>
              <a:defRPr sz="1800"/>
            </a:lvl1pPr>
            <a:lvl2pPr indent="-330200" lvl="1" marL="914400" algn="l">
              <a:lnSpc>
                <a:spcPct val="90000"/>
              </a:lnSpc>
              <a:spcBef>
                <a:spcPts val="300"/>
              </a:spcBef>
              <a:spcAft>
                <a:spcPts val="0"/>
              </a:spcAft>
              <a:buSzPts val="1600"/>
              <a:buChar char="●"/>
              <a:defRPr sz="1600"/>
            </a:lvl2pPr>
            <a:lvl3pPr indent="-317500" lvl="2" marL="1371600" algn="l">
              <a:lnSpc>
                <a:spcPct val="90000"/>
              </a:lnSpc>
              <a:spcBef>
                <a:spcPts val="300"/>
              </a:spcBef>
              <a:spcAft>
                <a:spcPts val="0"/>
              </a:spcAft>
              <a:buSzPts val="1400"/>
              <a:buChar char="●"/>
              <a:defRPr sz="1400"/>
            </a:lvl3pPr>
            <a:lvl4pPr indent="-317500" lvl="3" marL="1828800" algn="l">
              <a:lnSpc>
                <a:spcPct val="90000"/>
              </a:lnSpc>
              <a:spcBef>
                <a:spcPts val="300"/>
              </a:spcBef>
              <a:spcAft>
                <a:spcPts val="0"/>
              </a:spcAft>
              <a:buSzPts val="1400"/>
              <a:buChar char="●"/>
              <a:defRPr sz="1400"/>
            </a:lvl4pPr>
            <a:lvl5pPr indent="-317500" lvl="4" marL="2286000" algn="l">
              <a:lnSpc>
                <a:spcPct val="90000"/>
              </a:lnSpc>
              <a:spcBef>
                <a:spcPts val="300"/>
              </a:spcBef>
              <a:spcAft>
                <a:spcPts val="0"/>
              </a:spcAft>
              <a:buSzPts val="1400"/>
              <a:buChar char="●"/>
              <a:defRPr sz="1400"/>
            </a:lvl5pPr>
            <a:lvl6pPr indent="-317500" lvl="5" marL="2743200" algn="l">
              <a:lnSpc>
                <a:spcPct val="90000"/>
              </a:lnSpc>
              <a:spcBef>
                <a:spcPts val="300"/>
              </a:spcBef>
              <a:spcAft>
                <a:spcPts val="0"/>
              </a:spcAft>
              <a:buSzPts val="1400"/>
              <a:buChar char="●"/>
              <a:defRPr sz="1400"/>
            </a:lvl6pPr>
            <a:lvl7pPr indent="-317500" lvl="6" marL="3200400" algn="l">
              <a:lnSpc>
                <a:spcPct val="90000"/>
              </a:lnSpc>
              <a:spcBef>
                <a:spcPts val="300"/>
              </a:spcBef>
              <a:spcAft>
                <a:spcPts val="0"/>
              </a:spcAft>
              <a:buSzPts val="1400"/>
              <a:buChar char="●"/>
              <a:defRPr sz="1400"/>
            </a:lvl7pPr>
            <a:lvl8pPr indent="-317500" lvl="7" marL="3657600" algn="l">
              <a:lnSpc>
                <a:spcPct val="90000"/>
              </a:lnSpc>
              <a:spcBef>
                <a:spcPts val="300"/>
              </a:spcBef>
              <a:spcAft>
                <a:spcPts val="0"/>
              </a:spcAft>
              <a:buSzPts val="1400"/>
              <a:buChar char="●"/>
              <a:defRPr sz="1400"/>
            </a:lvl8pPr>
            <a:lvl9pPr indent="-317500" lvl="8" marL="4114800" algn="l">
              <a:lnSpc>
                <a:spcPct val="90000"/>
              </a:lnSpc>
              <a:spcBef>
                <a:spcPts val="300"/>
              </a:spcBef>
              <a:spcAft>
                <a:spcPts val="300"/>
              </a:spcAft>
              <a:buSzPts val="1400"/>
              <a:buChar char="●"/>
              <a:defRPr sz="1400"/>
            </a:lvl9pPr>
          </a:lstStyle>
          <a:p/>
        </p:txBody>
      </p:sp>
      <p:sp>
        <p:nvSpPr>
          <p:cNvPr id="57" name="Google Shape;57;p20"/>
          <p:cNvSpPr txBox="1"/>
          <p:nvPr>
            <p:ph idx="3" type="body"/>
          </p:nvPr>
        </p:nvSpPr>
        <p:spPr>
          <a:xfrm>
            <a:off x="4599432" y="1717185"/>
            <a:ext cx="3364992" cy="731520"/>
          </a:xfrm>
          <a:prstGeom prst="rect">
            <a:avLst/>
          </a:prstGeom>
          <a:noFill/>
          <a:ln>
            <a:noFill/>
          </a:ln>
        </p:spPr>
        <p:txBody>
          <a:bodyPr anchorCtr="0" anchor="b" bIns="45700" lIns="91425" spcFirstLastPara="1" rIns="91425" wrap="square" tIns="45700">
            <a:normAutofit/>
          </a:bodyPr>
          <a:lstStyle>
            <a:lvl1pPr indent="-228600" lvl="0" marL="457200" algn="l">
              <a:lnSpc>
                <a:spcPct val="95000"/>
              </a:lnSpc>
              <a:spcBef>
                <a:spcPts val="1400"/>
              </a:spcBef>
              <a:spcAft>
                <a:spcPts val="0"/>
              </a:spcAft>
              <a:buSzPts val="1440"/>
              <a:buFont typeface="Century Schoolbook"/>
              <a:buNone/>
              <a:defRPr b="0" sz="1800">
                <a:solidFill>
                  <a:schemeClr val="dk2"/>
                </a:solidFill>
                <a:latin typeface="Century Schoolbook"/>
                <a:ea typeface="Century Schoolbook"/>
                <a:cs typeface="Century Schoolbook"/>
                <a:sym typeface="Century Schoolbook"/>
              </a:defRPr>
            </a:lvl1pPr>
            <a:lvl2pPr indent="-342900" lvl="1" marL="914400" algn="l">
              <a:lnSpc>
                <a:spcPct val="90000"/>
              </a:lnSpc>
              <a:spcBef>
                <a:spcPts val="300"/>
              </a:spcBef>
              <a:spcAft>
                <a:spcPts val="0"/>
              </a:spcAft>
              <a:buSzPts val="1800"/>
              <a:buChar char="●"/>
              <a:defRPr/>
            </a:lvl2pPr>
            <a:lvl3pPr indent="-342900" lvl="2" marL="1371600" algn="l">
              <a:lnSpc>
                <a:spcPct val="90000"/>
              </a:lnSpc>
              <a:spcBef>
                <a:spcPts val="300"/>
              </a:spcBef>
              <a:spcAft>
                <a:spcPts val="0"/>
              </a:spcAft>
              <a:buSzPts val="1800"/>
              <a:buChar char="●"/>
              <a:defRPr/>
            </a:lvl3pPr>
            <a:lvl4pPr indent="-342900" lvl="3" marL="1828800" algn="l">
              <a:lnSpc>
                <a:spcPct val="90000"/>
              </a:lnSpc>
              <a:spcBef>
                <a:spcPts val="300"/>
              </a:spcBef>
              <a:spcAft>
                <a:spcPts val="0"/>
              </a:spcAft>
              <a:buSzPts val="1800"/>
              <a:buChar char="●"/>
              <a:defRPr/>
            </a:lvl4pPr>
            <a:lvl5pPr indent="-342900" lvl="4" marL="2286000" algn="l">
              <a:lnSpc>
                <a:spcPct val="90000"/>
              </a:lnSpc>
              <a:spcBef>
                <a:spcPts val="300"/>
              </a:spcBef>
              <a:spcAft>
                <a:spcPts val="0"/>
              </a:spcAft>
              <a:buSzPts val="1800"/>
              <a:buChar char="●"/>
              <a:defRPr/>
            </a:lvl5pPr>
            <a:lvl6pPr indent="-342900" lvl="5" marL="2743200" algn="l">
              <a:lnSpc>
                <a:spcPct val="90000"/>
              </a:lnSpc>
              <a:spcBef>
                <a:spcPts val="300"/>
              </a:spcBef>
              <a:spcAft>
                <a:spcPts val="0"/>
              </a:spcAft>
              <a:buSzPts val="1800"/>
              <a:buChar char="●"/>
              <a:defRPr/>
            </a:lvl6pPr>
            <a:lvl7pPr indent="-342900" lvl="6" marL="3200400" algn="l">
              <a:lnSpc>
                <a:spcPct val="90000"/>
              </a:lnSpc>
              <a:spcBef>
                <a:spcPts val="300"/>
              </a:spcBef>
              <a:spcAft>
                <a:spcPts val="0"/>
              </a:spcAft>
              <a:buSzPts val="1800"/>
              <a:buChar char="●"/>
              <a:defRPr/>
            </a:lvl7pPr>
            <a:lvl8pPr indent="-342900" lvl="7" marL="3657600" algn="l">
              <a:lnSpc>
                <a:spcPct val="90000"/>
              </a:lnSpc>
              <a:spcBef>
                <a:spcPts val="300"/>
              </a:spcBef>
              <a:spcAft>
                <a:spcPts val="0"/>
              </a:spcAft>
              <a:buSzPts val="1800"/>
              <a:buChar char="●"/>
              <a:defRPr/>
            </a:lvl8pPr>
            <a:lvl9pPr indent="-342900" lvl="8" marL="4114800" algn="l">
              <a:lnSpc>
                <a:spcPct val="90000"/>
              </a:lnSpc>
              <a:spcBef>
                <a:spcPts val="300"/>
              </a:spcBef>
              <a:spcAft>
                <a:spcPts val="300"/>
              </a:spcAft>
              <a:buSzPts val="1800"/>
              <a:buChar char="●"/>
              <a:defRPr/>
            </a:lvl9pPr>
          </a:lstStyle>
          <a:p/>
        </p:txBody>
      </p:sp>
      <p:sp>
        <p:nvSpPr>
          <p:cNvPr id="58" name="Google Shape;58;p20"/>
          <p:cNvSpPr txBox="1"/>
          <p:nvPr>
            <p:ph idx="4" type="body"/>
          </p:nvPr>
        </p:nvSpPr>
        <p:spPr>
          <a:xfrm>
            <a:off x="4594860" y="2507550"/>
            <a:ext cx="3360420" cy="3664650"/>
          </a:xfrm>
          <a:prstGeom prst="rect">
            <a:avLst/>
          </a:prstGeom>
          <a:noFill/>
          <a:ln>
            <a:noFill/>
          </a:ln>
        </p:spPr>
        <p:txBody>
          <a:bodyPr anchorCtr="0" anchor="t" bIns="45700" lIns="91425" spcFirstLastPara="1" rIns="91425" wrap="square" tIns="45700">
            <a:normAutofit/>
          </a:bodyPr>
          <a:lstStyle>
            <a:lvl1pPr indent="-320040" lvl="0" marL="457200" algn="l">
              <a:lnSpc>
                <a:spcPct val="95000"/>
              </a:lnSpc>
              <a:spcBef>
                <a:spcPts val="1400"/>
              </a:spcBef>
              <a:spcAft>
                <a:spcPts val="0"/>
              </a:spcAft>
              <a:buSzPts val="1440"/>
              <a:buChar char="•"/>
              <a:defRPr sz="1800"/>
            </a:lvl1pPr>
            <a:lvl2pPr indent="-330200" lvl="1" marL="914400" algn="l">
              <a:lnSpc>
                <a:spcPct val="90000"/>
              </a:lnSpc>
              <a:spcBef>
                <a:spcPts val="300"/>
              </a:spcBef>
              <a:spcAft>
                <a:spcPts val="0"/>
              </a:spcAft>
              <a:buSzPts val="1600"/>
              <a:buChar char="●"/>
              <a:defRPr sz="1600"/>
            </a:lvl2pPr>
            <a:lvl3pPr indent="-317500" lvl="2" marL="1371600" algn="l">
              <a:lnSpc>
                <a:spcPct val="90000"/>
              </a:lnSpc>
              <a:spcBef>
                <a:spcPts val="300"/>
              </a:spcBef>
              <a:spcAft>
                <a:spcPts val="0"/>
              </a:spcAft>
              <a:buSzPts val="1400"/>
              <a:buChar char="●"/>
              <a:defRPr sz="1400"/>
            </a:lvl3pPr>
            <a:lvl4pPr indent="-317500" lvl="3" marL="1828800" algn="l">
              <a:lnSpc>
                <a:spcPct val="90000"/>
              </a:lnSpc>
              <a:spcBef>
                <a:spcPts val="300"/>
              </a:spcBef>
              <a:spcAft>
                <a:spcPts val="0"/>
              </a:spcAft>
              <a:buSzPts val="1400"/>
              <a:buChar char="●"/>
              <a:defRPr sz="1400"/>
            </a:lvl4pPr>
            <a:lvl5pPr indent="-317500" lvl="4" marL="2286000" algn="l">
              <a:lnSpc>
                <a:spcPct val="90000"/>
              </a:lnSpc>
              <a:spcBef>
                <a:spcPts val="300"/>
              </a:spcBef>
              <a:spcAft>
                <a:spcPts val="0"/>
              </a:spcAft>
              <a:buSzPts val="1400"/>
              <a:buChar char="●"/>
              <a:defRPr sz="1400"/>
            </a:lvl5pPr>
            <a:lvl6pPr indent="-317500" lvl="5" marL="2743200" algn="l">
              <a:lnSpc>
                <a:spcPct val="90000"/>
              </a:lnSpc>
              <a:spcBef>
                <a:spcPts val="300"/>
              </a:spcBef>
              <a:spcAft>
                <a:spcPts val="0"/>
              </a:spcAft>
              <a:buSzPts val="1400"/>
              <a:buChar char="●"/>
              <a:defRPr sz="1400"/>
            </a:lvl6pPr>
            <a:lvl7pPr indent="-317500" lvl="6" marL="3200400" algn="l">
              <a:lnSpc>
                <a:spcPct val="90000"/>
              </a:lnSpc>
              <a:spcBef>
                <a:spcPts val="300"/>
              </a:spcBef>
              <a:spcAft>
                <a:spcPts val="0"/>
              </a:spcAft>
              <a:buSzPts val="1400"/>
              <a:buChar char="●"/>
              <a:defRPr sz="1400"/>
            </a:lvl7pPr>
            <a:lvl8pPr indent="-317500" lvl="7" marL="3657600" algn="l">
              <a:lnSpc>
                <a:spcPct val="90000"/>
              </a:lnSpc>
              <a:spcBef>
                <a:spcPts val="300"/>
              </a:spcBef>
              <a:spcAft>
                <a:spcPts val="0"/>
              </a:spcAft>
              <a:buSzPts val="1400"/>
              <a:buChar char="●"/>
              <a:defRPr sz="1400"/>
            </a:lvl8pPr>
            <a:lvl9pPr indent="-317500" lvl="8" marL="4114800" algn="l">
              <a:lnSpc>
                <a:spcPct val="90000"/>
              </a:lnSpc>
              <a:spcBef>
                <a:spcPts val="300"/>
              </a:spcBef>
              <a:spcAft>
                <a:spcPts val="300"/>
              </a:spcAft>
              <a:buSzPts val="1400"/>
              <a:buChar char="●"/>
              <a:defRPr sz="1400"/>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9" name="Shape 59"/>
        <p:cNvGrpSpPr/>
        <p:nvPr/>
      </p:nvGrpSpPr>
      <p:grpSpPr>
        <a:xfrm>
          <a:off x="0" y="0"/>
          <a:ext cx="0" cy="0"/>
          <a:chOff x="0" y="0"/>
          <a:chExt cx="0" cy="0"/>
        </a:xfrm>
      </p:grpSpPr>
      <p:sp>
        <p:nvSpPr>
          <p:cNvPr id="60" name="Google Shape;60;p21"/>
          <p:cNvSpPr txBox="1"/>
          <p:nvPr>
            <p:ph type="title"/>
          </p:nvPr>
        </p:nvSpPr>
        <p:spPr>
          <a:xfrm>
            <a:off x="946404" y="365760"/>
            <a:ext cx="7269480" cy="1325562"/>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1" name="Shape 61"/>
        <p:cNvGrpSpPr/>
        <p:nvPr/>
      </p:nvGrpSpPr>
      <p:grpSpPr>
        <a:xfrm>
          <a:off x="0" y="0"/>
          <a:ext cx="0" cy="0"/>
          <a:chOff x="0" y="0"/>
          <a:chExt cx="0" cy="0"/>
        </a:xfrm>
      </p:grpSpPr>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62" name="Shape 62"/>
        <p:cNvGrpSpPr/>
        <p:nvPr/>
      </p:nvGrpSpPr>
      <p:grpSpPr>
        <a:xfrm>
          <a:off x="0" y="0"/>
          <a:ext cx="0" cy="0"/>
          <a:chOff x="0" y="0"/>
          <a:chExt cx="0" cy="0"/>
        </a:xfrm>
      </p:grpSpPr>
      <p:sp>
        <p:nvSpPr>
          <p:cNvPr id="63" name="Google Shape;63;p23"/>
          <p:cNvSpPr txBox="1"/>
          <p:nvPr>
            <p:ph type="title"/>
          </p:nvPr>
        </p:nvSpPr>
        <p:spPr>
          <a:xfrm>
            <a:off x="630936" y="457201"/>
            <a:ext cx="2400300" cy="160019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2800"/>
              <a:buFont typeface="Century Schoolbook"/>
              <a:buNone/>
              <a:defRPr b="0" sz="28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4" name="Google Shape;64;p23"/>
          <p:cNvSpPr txBox="1"/>
          <p:nvPr>
            <p:ph idx="1" type="body"/>
          </p:nvPr>
        </p:nvSpPr>
        <p:spPr>
          <a:xfrm>
            <a:off x="3378200" y="685800"/>
            <a:ext cx="4559300" cy="5486400"/>
          </a:xfrm>
          <a:prstGeom prst="rect">
            <a:avLst/>
          </a:prstGeom>
          <a:noFill/>
          <a:ln>
            <a:noFill/>
          </a:ln>
        </p:spPr>
        <p:txBody>
          <a:bodyPr anchorCtr="0" anchor="t" bIns="45700" lIns="91425" spcFirstLastPara="1" rIns="91425" wrap="square" tIns="45700">
            <a:normAutofit/>
          </a:bodyPr>
          <a:lstStyle>
            <a:lvl1pPr indent="-320040" lvl="0" marL="457200" algn="l">
              <a:lnSpc>
                <a:spcPct val="95000"/>
              </a:lnSpc>
              <a:spcBef>
                <a:spcPts val="1400"/>
              </a:spcBef>
              <a:spcAft>
                <a:spcPts val="0"/>
              </a:spcAft>
              <a:buSzPts val="1440"/>
              <a:buChar char="•"/>
              <a:defRPr sz="1800"/>
            </a:lvl1pPr>
            <a:lvl2pPr indent="-330200" lvl="1" marL="914400" algn="l">
              <a:lnSpc>
                <a:spcPct val="90000"/>
              </a:lnSpc>
              <a:spcBef>
                <a:spcPts val="300"/>
              </a:spcBef>
              <a:spcAft>
                <a:spcPts val="0"/>
              </a:spcAft>
              <a:buSzPts val="1600"/>
              <a:buChar char="●"/>
              <a:defRPr sz="1600"/>
            </a:lvl2pPr>
            <a:lvl3pPr indent="-317500" lvl="2" marL="1371600" algn="l">
              <a:lnSpc>
                <a:spcPct val="90000"/>
              </a:lnSpc>
              <a:spcBef>
                <a:spcPts val="300"/>
              </a:spcBef>
              <a:spcAft>
                <a:spcPts val="0"/>
              </a:spcAft>
              <a:buSzPts val="1400"/>
              <a:buChar char="●"/>
              <a:defRPr sz="1400"/>
            </a:lvl3pPr>
            <a:lvl4pPr indent="-317500" lvl="3" marL="1828800" algn="l">
              <a:lnSpc>
                <a:spcPct val="90000"/>
              </a:lnSpc>
              <a:spcBef>
                <a:spcPts val="300"/>
              </a:spcBef>
              <a:spcAft>
                <a:spcPts val="0"/>
              </a:spcAft>
              <a:buSzPts val="1400"/>
              <a:buChar char="●"/>
              <a:defRPr sz="1400"/>
            </a:lvl4pPr>
            <a:lvl5pPr indent="-317500" lvl="4" marL="2286000" algn="l">
              <a:lnSpc>
                <a:spcPct val="90000"/>
              </a:lnSpc>
              <a:spcBef>
                <a:spcPts val="300"/>
              </a:spcBef>
              <a:spcAft>
                <a:spcPts val="0"/>
              </a:spcAft>
              <a:buSzPts val="1400"/>
              <a:buChar char="●"/>
              <a:defRPr sz="1400"/>
            </a:lvl5pPr>
            <a:lvl6pPr indent="-317500" lvl="5" marL="2743200" algn="l">
              <a:lnSpc>
                <a:spcPct val="90000"/>
              </a:lnSpc>
              <a:spcBef>
                <a:spcPts val="300"/>
              </a:spcBef>
              <a:spcAft>
                <a:spcPts val="0"/>
              </a:spcAft>
              <a:buSzPts val="1400"/>
              <a:buChar char="●"/>
              <a:defRPr sz="1400"/>
            </a:lvl6pPr>
            <a:lvl7pPr indent="-317500" lvl="6" marL="3200400" algn="l">
              <a:lnSpc>
                <a:spcPct val="90000"/>
              </a:lnSpc>
              <a:spcBef>
                <a:spcPts val="300"/>
              </a:spcBef>
              <a:spcAft>
                <a:spcPts val="0"/>
              </a:spcAft>
              <a:buSzPts val="1400"/>
              <a:buChar char="●"/>
              <a:defRPr sz="1400"/>
            </a:lvl7pPr>
            <a:lvl8pPr indent="-317500" lvl="7" marL="3657600" algn="l">
              <a:lnSpc>
                <a:spcPct val="90000"/>
              </a:lnSpc>
              <a:spcBef>
                <a:spcPts val="300"/>
              </a:spcBef>
              <a:spcAft>
                <a:spcPts val="0"/>
              </a:spcAft>
              <a:buSzPts val="1400"/>
              <a:buChar char="●"/>
              <a:defRPr sz="1400"/>
            </a:lvl8pPr>
            <a:lvl9pPr indent="-317500" lvl="8" marL="4114800" algn="l">
              <a:lnSpc>
                <a:spcPct val="90000"/>
              </a:lnSpc>
              <a:spcBef>
                <a:spcPts val="300"/>
              </a:spcBef>
              <a:spcAft>
                <a:spcPts val="300"/>
              </a:spcAft>
              <a:buSzPts val="1400"/>
              <a:buChar char="●"/>
              <a:defRPr sz="1400"/>
            </a:lvl9pPr>
          </a:lstStyle>
          <a:p/>
        </p:txBody>
      </p:sp>
      <p:sp>
        <p:nvSpPr>
          <p:cNvPr id="65" name="Google Shape;65;p23"/>
          <p:cNvSpPr txBox="1"/>
          <p:nvPr>
            <p:ph idx="2" type="body"/>
          </p:nvPr>
        </p:nvSpPr>
        <p:spPr>
          <a:xfrm>
            <a:off x="630936" y="2099735"/>
            <a:ext cx="2400300" cy="3810001"/>
          </a:xfrm>
          <a:prstGeom prst="rect">
            <a:avLst/>
          </a:prstGeom>
          <a:noFill/>
          <a:ln>
            <a:noFill/>
          </a:ln>
        </p:spPr>
        <p:txBody>
          <a:bodyPr anchorCtr="0" anchor="t" bIns="45700" lIns="91425" spcFirstLastPara="1" rIns="91425" wrap="square" tIns="45700">
            <a:normAutofit/>
          </a:bodyPr>
          <a:lstStyle>
            <a:lvl1pPr indent="-228600" lvl="0" marL="457200" algn="l">
              <a:lnSpc>
                <a:spcPct val="114000"/>
              </a:lnSpc>
              <a:spcBef>
                <a:spcPts val="800"/>
              </a:spcBef>
              <a:spcAft>
                <a:spcPts val="0"/>
              </a:spcAft>
              <a:buSzPts val="1040"/>
              <a:buNone/>
              <a:defRPr sz="1300"/>
            </a:lvl1pPr>
            <a:lvl2pPr indent="-228600" lvl="1" marL="914400" algn="l">
              <a:lnSpc>
                <a:spcPct val="90000"/>
              </a:lnSpc>
              <a:spcBef>
                <a:spcPts val="300"/>
              </a:spcBef>
              <a:spcAft>
                <a:spcPts val="0"/>
              </a:spcAft>
              <a:buSzPts val="1200"/>
              <a:buNone/>
              <a:defRPr sz="1200"/>
            </a:lvl2pPr>
            <a:lvl3pPr indent="-228600" lvl="2" marL="1371600" algn="l">
              <a:lnSpc>
                <a:spcPct val="90000"/>
              </a:lnSpc>
              <a:spcBef>
                <a:spcPts val="300"/>
              </a:spcBef>
              <a:spcAft>
                <a:spcPts val="0"/>
              </a:spcAft>
              <a:buSzPts val="1000"/>
              <a:buNone/>
              <a:defRPr sz="1000"/>
            </a:lvl3pPr>
            <a:lvl4pPr indent="-228600" lvl="3" marL="1828800" algn="l">
              <a:lnSpc>
                <a:spcPct val="90000"/>
              </a:lnSpc>
              <a:spcBef>
                <a:spcPts val="300"/>
              </a:spcBef>
              <a:spcAft>
                <a:spcPts val="0"/>
              </a:spcAft>
              <a:buSzPts val="900"/>
              <a:buNone/>
              <a:defRPr sz="900"/>
            </a:lvl4pPr>
            <a:lvl5pPr indent="-228600" lvl="4" marL="2286000" algn="l">
              <a:lnSpc>
                <a:spcPct val="90000"/>
              </a:lnSpc>
              <a:spcBef>
                <a:spcPts val="300"/>
              </a:spcBef>
              <a:spcAft>
                <a:spcPts val="0"/>
              </a:spcAft>
              <a:buSzPts val="900"/>
              <a:buNone/>
              <a:defRPr sz="900"/>
            </a:lvl5pPr>
            <a:lvl6pPr indent="-228600" lvl="5" marL="2743200" algn="l">
              <a:lnSpc>
                <a:spcPct val="90000"/>
              </a:lnSpc>
              <a:spcBef>
                <a:spcPts val="300"/>
              </a:spcBef>
              <a:spcAft>
                <a:spcPts val="0"/>
              </a:spcAft>
              <a:buSzPts val="900"/>
              <a:buNone/>
              <a:defRPr sz="900"/>
            </a:lvl6pPr>
            <a:lvl7pPr indent="-228600" lvl="6" marL="3200400" algn="l">
              <a:lnSpc>
                <a:spcPct val="90000"/>
              </a:lnSpc>
              <a:spcBef>
                <a:spcPts val="300"/>
              </a:spcBef>
              <a:spcAft>
                <a:spcPts val="0"/>
              </a:spcAft>
              <a:buSzPts val="900"/>
              <a:buNone/>
              <a:defRPr sz="900"/>
            </a:lvl7pPr>
            <a:lvl8pPr indent="-228600" lvl="7" marL="3657600" algn="l">
              <a:lnSpc>
                <a:spcPct val="90000"/>
              </a:lnSpc>
              <a:spcBef>
                <a:spcPts val="300"/>
              </a:spcBef>
              <a:spcAft>
                <a:spcPts val="0"/>
              </a:spcAft>
              <a:buSzPts val="900"/>
              <a:buNone/>
              <a:defRPr sz="900"/>
            </a:lvl8pPr>
            <a:lvl9pPr indent="-228600" lvl="8" marL="4114800" algn="l">
              <a:lnSpc>
                <a:spcPct val="90000"/>
              </a:lnSpc>
              <a:spcBef>
                <a:spcPts val="300"/>
              </a:spcBef>
              <a:spcAft>
                <a:spcPts val="300"/>
              </a:spcAft>
              <a:buSzPts val="900"/>
              <a:buNone/>
              <a:defRPr sz="900"/>
            </a:lvl9pPr>
          </a:lstStyle>
          <a:p/>
        </p:txBody>
      </p:sp>
      <p:sp>
        <p:nvSpPr>
          <p:cNvPr id="66" name="Google Shape;66;p23"/>
          <p:cNvSpPr txBox="1"/>
          <p:nvPr>
            <p:ph idx="10" type="dt"/>
          </p:nvPr>
        </p:nvSpPr>
        <p:spPr>
          <a:xfrm rot="-5400000">
            <a:off x="7831456" y="1044178"/>
            <a:ext cx="1904999" cy="273844"/>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1" sz="2400">
                <a:solidFill>
                  <a:schemeClr val="dk1"/>
                </a:solidFill>
                <a:latin typeface="Times New Roman"/>
                <a:ea typeface="Times New Roman"/>
                <a:cs typeface="Times New Roman"/>
                <a:sym typeface="Times New Roman"/>
              </a:defRPr>
            </a:lvl1pPr>
            <a:lvl2pPr lvl="1" marR="0" rtl="0" algn="l">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2pPr>
            <a:lvl3pPr lvl="2" marR="0" rtl="0" algn="l">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3pPr>
            <a:lvl4pPr lvl="3" marR="0" rtl="0" algn="l">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4pPr>
            <a:lvl5pPr lvl="4" marR="0" rtl="0" algn="l">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5pPr>
            <a:lvl6pPr lvl="5" marR="0" rtl="0" algn="l">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6pPr>
            <a:lvl7pPr lvl="6" marR="0" rtl="0" algn="l">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7pPr>
            <a:lvl8pPr lvl="7" marR="0" rtl="0" algn="l">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8pPr>
            <a:lvl9pPr lvl="8" marR="0" rtl="0" algn="l">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9pPr>
          </a:lstStyle>
          <a:p/>
        </p:txBody>
      </p:sp>
      <p:sp>
        <p:nvSpPr>
          <p:cNvPr id="67" name="Google Shape;67;p23"/>
          <p:cNvSpPr txBox="1"/>
          <p:nvPr>
            <p:ph idx="11" type="ftr"/>
          </p:nvPr>
        </p:nvSpPr>
        <p:spPr>
          <a:xfrm rot="-5400000">
            <a:off x="6993255" y="4092178"/>
            <a:ext cx="3581400" cy="273844"/>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1" sz="2400">
                <a:solidFill>
                  <a:schemeClr val="dk1"/>
                </a:solidFill>
                <a:latin typeface="Times New Roman"/>
                <a:ea typeface="Times New Roman"/>
                <a:cs typeface="Times New Roman"/>
                <a:sym typeface="Times New Roman"/>
              </a:defRPr>
            </a:lvl1pPr>
            <a:lvl2pPr lvl="1" marR="0" rtl="0" algn="l">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2pPr>
            <a:lvl3pPr lvl="2" marR="0" rtl="0" algn="l">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3pPr>
            <a:lvl4pPr lvl="3" marR="0" rtl="0" algn="l">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4pPr>
            <a:lvl5pPr lvl="4" marR="0" rtl="0" algn="l">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5pPr>
            <a:lvl6pPr lvl="5" marR="0" rtl="0" algn="l">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6pPr>
            <a:lvl7pPr lvl="6" marR="0" rtl="0" algn="l">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7pPr>
            <a:lvl8pPr lvl="7" marR="0" rtl="0" algn="l">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8pPr>
            <a:lvl9pPr lvl="8" marR="0" rtl="0" algn="l">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9pPr>
          </a:lstStyle>
          <a:p/>
        </p:txBody>
      </p:sp>
      <p:sp>
        <p:nvSpPr>
          <p:cNvPr id="68" name="Google Shape;68;p23"/>
          <p:cNvSpPr txBox="1"/>
          <p:nvPr>
            <p:ph idx="12" type="sldNum"/>
          </p:nvPr>
        </p:nvSpPr>
        <p:spPr>
          <a:xfrm>
            <a:off x="8441055" y="6172201"/>
            <a:ext cx="685800" cy="5937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spcAft>
                <a:spcPts val="0"/>
              </a:spcAft>
              <a:buNone/>
              <a:defRPr b="1" sz="2400">
                <a:solidFill>
                  <a:schemeClr val="dk1"/>
                </a:solidFill>
                <a:latin typeface="Times New Roman"/>
                <a:ea typeface="Times New Roman"/>
                <a:cs typeface="Times New Roman"/>
                <a:sym typeface="Times New Roman"/>
              </a:defRPr>
            </a:lvl1pPr>
            <a:lvl2pPr indent="0" lvl="1" marL="0" marR="0" rtl="0" algn="l">
              <a:spcBef>
                <a:spcPts val="0"/>
              </a:spcBef>
              <a:spcAft>
                <a:spcPts val="0"/>
              </a:spcAft>
              <a:buNone/>
              <a:defRPr b="1" sz="2400">
                <a:solidFill>
                  <a:schemeClr val="dk1"/>
                </a:solidFill>
                <a:latin typeface="Times New Roman"/>
                <a:ea typeface="Times New Roman"/>
                <a:cs typeface="Times New Roman"/>
                <a:sym typeface="Times New Roman"/>
              </a:defRPr>
            </a:lvl2pPr>
            <a:lvl3pPr indent="0" lvl="2" marL="0" marR="0" rtl="0" algn="l">
              <a:spcBef>
                <a:spcPts val="0"/>
              </a:spcBef>
              <a:spcAft>
                <a:spcPts val="0"/>
              </a:spcAft>
              <a:buNone/>
              <a:defRPr b="1" sz="2400">
                <a:solidFill>
                  <a:schemeClr val="dk1"/>
                </a:solidFill>
                <a:latin typeface="Times New Roman"/>
                <a:ea typeface="Times New Roman"/>
                <a:cs typeface="Times New Roman"/>
                <a:sym typeface="Times New Roman"/>
              </a:defRPr>
            </a:lvl3pPr>
            <a:lvl4pPr indent="0" lvl="3" marL="0" marR="0" rtl="0" algn="l">
              <a:spcBef>
                <a:spcPts val="0"/>
              </a:spcBef>
              <a:spcAft>
                <a:spcPts val="0"/>
              </a:spcAft>
              <a:buNone/>
              <a:defRPr b="1" sz="2400">
                <a:solidFill>
                  <a:schemeClr val="dk1"/>
                </a:solidFill>
                <a:latin typeface="Times New Roman"/>
                <a:ea typeface="Times New Roman"/>
                <a:cs typeface="Times New Roman"/>
                <a:sym typeface="Times New Roman"/>
              </a:defRPr>
            </a:lvl4pPr>
            <a:lvl5pPr indent="0" lvl="4" marL="0" marR="0" rtl="0" algn="l">
              <a:spcBef>
                <a:spcPts val="0"/>
              </a:spcBef>
              <a:spcAft>
                <a:spcPts val="0"/>
              </a:spcAft>
              <a:buNone/>
              <a:defRPr b="1" sz="2400">
                <a:solidFill>
                  <a:schemeClr val="dk1"/>
                </a:solidFill>
                <a:latin typeface="Times New Roman"/>
                <a:ea typeface="Times New Roman"/>
                <a:cs typeface="Times New Roman"/>
                <a:sym typeface="Times New Roman"/>
              </a:defRPr>
            </a:lvl5pPr>
            <a:lvl6pPr indent="0" lvl="5" marL="0" marR="0" rtl="0" algn="l">
              <a:spcBef>
                <a:spcPts val="0"/>
              </a:spcBef>
              <a:spcAft>
                <a:spcPts val="0"/>
              </a:spcAft>
              <a:buNone/>
              <a:defRPr b="1" sz="2400">
                <a:solidFill>
                  <a:schemeClr val="dk1"/>
                </a:solidFill>
                <a:latin typeface="Times New Roman"/>
                <a:ea typeface="Times New Roman"/>
                <a:cs typeface="Times New Roman"/>
                <a:sym typeface="Times New Roman"/>
              </a:defRPr>
            </a:lvl6pPr>
            <a:lvl7pPr indent="0" lvl="6" marL="0" marR="0" rtl="0" algn="l">
              <a:spcBef>
                <a:spcPts val="0"/>
              </a:spcBef>
              <a:spcAft>
                <a:spcPts val="0"/>
              </a:spcAft>
              <a:buNone/>
              <a:defRPr b="1" sz="2400">
                <a:solidFill>
                  <a:schemeClr val="dk1"/>
                </a:solidFill>
                <a:latin typeface="Times New Roman"/>
                <a:ea typeface="Times New Roman"/>
                <a:cs typeface="Times New Roman"/>
                <a:sym typeface="Times New Roman"/>
              </a:defRPr>
            </a:lvl7pPr>
            <a:lvl8pPr indent="0" lvl="7" marL="0" marR="0" rtl="0" algn="l">
              <a:spcBef>
                <a:spcPts val="0"/>
              </a:spcBef>
              <a:spcAft>
                <a:spcPts val="0"/>
              </a:spcAft>
              <a:buNone/>
              <a:defRPr b="1" sz="2400">
                <a:solidFill>
                  <a:schemeClr val="dk1"/>
                </a:solidFill>
                <a:latin typeface="Times New Roman"/>
                <a:ea typeface="Times New Roman"/>
                <a:cs typeface="Times New Roman"/>
                <a:sym typeface="Times New Roman"/>
              </a:defRPr>
            </a:lvl8pPr>
            <a:lvl9pPr indent="0" lvl="8" marL="0" marR="0" rtl="0" algn="l">
              <a:spcBef>
                <a:spcPts val="0"/>
              </a:spcBef>
              <a:spcAft>
                <a:spcPts val="0"/>
              </a:spcAft>
              <a:buNone/>
              <a:defRPr b="1" sz="2400">
                <a:solidFill>
                  <a:schemeClr val="dk1"/>
                </a:solidFill>
                <a:latin typeface="Times New Roman"/>
                <a:ea typeface="Times New Roman"/>
                <a:cs typeface="Times New Roman"/>
                <a:sym typeface="Times New Roman"/>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9" name="Shape 69"/>
        <p:cNvGrpSpPr/>
        <p:nvPr/>
      </p:nvGrpSpPr>
      <p:grpSpPr>
        <a:xfrm>
          <a:off x="0" y="0"/>
          <a:ext cx="0" cy="0"/>
          <a:chOff x="0" y="0"/>
          <a:chExt cx="0" cy="0"/>
        </a:xfrm>
      </p:grpSpPr>
      <p:sp>
        <p:nvSpPr>
          <p:cNvPr id="70" name="Google Shape;70;p24"/>
          <p:cNvSpPr/>
          <p:nvPr/>
        </p:nvSpPr>
        <p:spPr>
          <a:xfrm>
            <a:off x="0" y="5105400"/>
            <a:ext cx="8469630" cy="1752600"/>
          </a:xfrm>
          <a:prstGeom prst="rect">
            <a:avLst/>
          </a:pr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 name="Google Shape;71;p24"/>
          <p:cNvSpPr txBox="1"/>
          <p:nvPr>
            <p:ph type="title"/>
          </p:nvPr>
        </p:nvSpPr>
        <p:spPr>
          <a:xfrm>
            <a:off x="685800" y="5257800"/>
            <a:ext cx="7486650" cy="9144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lt1"/>
              </a:buClr>
              <a:buSzPts val="2800"/>
              <a:buFont typeface="Century Schoolbook"/>
              <a:buNone/>
              <a:defRPr b="0" sz="28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pic>
        <p:nvPicPr>
          <p:cNvPr id="72" name="Google Shape;72;p24"/>
          <p:cNvPicPr preferRelativeResize="0"/>
          <p:nvPr>
            <p:ph idx="2" type="pic"/>
          </p:nvPr>
        </p:nvPicPr>
        <p:blipFill/>
        <p:spPr>
          <a:xfrm>
            <a:off x="0" y="1"/>
            <a:ext cx="8469630" cy="5128923"/>
          </a:xfrm>
          <a:prstGeom prst="rect">
            <a:avLst/>
          </a:prstGeom>
          <a:blipFill rotWithShape="1">
            <a:blip r:embed="rId2">
              <a:alphaModFix/>
            </a:blip>
            <a:stretch>
              <a:fillRect b="0" l="0" r="0" t="0"/>
            </a:stretch>
          </a:blipFill>
          <a:ln>
            <a:noFill/>
          </a:ln>
        </p:spPr>
      </p:pic>
      <p:sp>
        <p:nvSpPr>
          <p:cNvPr id="73" name="Google Shape;73;p24"/>
          <p:cNvSpPr txBox="1"/>
          <p:nvPr>
            <p:ph idx="1" type="body"/>
          </p:nvPr>
        </p:nvSpPr>
        <p:spPr>
          <a:xfrm>
            <a:off x="685800" y="6108590"/>
            <a:ext cx="7486650" cy="597011"/>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800"/>
              </a:spcBef>
              <a:spcAft>
                <a:spcPts val="0"/>
              </a:spcAft>
              <a:buSzPts val="1040"/>
              <a:buNone/>
              <a:defRPr sz="1300">
                <a:solidFill>
                  <a:srgbClr val="D8D8D8"/>
                </a:solidFill>
              </a:defRPr>
            </a:lvl1pPr>
            <a:lvl2pPr indent="-228600" lvl="1" marL="914400" algn="l">
              <a:lnSpc>
                <a:spcPct val="90000"/>
              </a:lnSpc>
              <a:spcBef>
                <a:spcPts val="300"/>
              </a:spcBef>
              <a:spcAft>
                <a:spcPts val="0"/>
              </a:spcAft>
              <a:buSzPts val="1200"/>
              <a:buNone/>
              <a:defRPr sz="1200"/>
            </a:lvl2pPr>
            <a:lvl3pPr indent="-228600" lvl="2" marL="1371600" algn="l">
              <a:lnSpc>
                <a:spcPct val="90000"/>
              </a:lnSpc>
              <a:spcBef>
                <a:spcPts val="300"/>
              </a:spcBef>
              <a:spcAft>
                <a:spcPts val="0"/>
              </a:spcAft>
              <a:buSzPts val="1000"/>
              <a:buNone/>
              <a:defRPr sz="1000"/>
            </a:lvl3pPr>
            <a:lvl4pPr indent="-228600" lvl="3" marL="1828800" algn="l">
              <a:lnSpc>
                <a:spcPct val="90000"/>
              </a:lnSpc>
              <a:spcBef>
                <a:spcPts val="300"/>
              </a:spcBef>
              <a:spcAft>
                <a:spcPts val="0"/>
              </a:spcAft>
              <a:buSzPts val="900"/>
              <a:buNone/>
              <a:defRPr sz="900"/>
            </a:lvl4pPr>
            <a:lvl5pPr indent="-228600" lvl="4" marL="2286000" algn="l">
              <a:lnSpc>
                <a:spcPct val="90000"/>
              </a:lnSpc>
              <a:spcBef>
                <a:spcPts val="300"/>
              </a:spcBef>
              <a:spcAft>
                <a:spcPts val="0"/>
              </a:spcAft>
              <a:buSzPts val="900"/>
              <a:buNone/>
              <a:defRPr sz="900"/>
            </a:lvl5pPr>
            <a:lvl6pPr indent="-228600" lvl="5" marL="2743200" algn="l">
              <a:lnSpc>
                <a:spcPct val="90000"/>
              </a:lnSpc>
              <a:spcBef>
                <a:spcPts val="300"/>
              </a:spcBef>
              <a:spcAft>
                <a:spcPts val="0"/>
              </a:spcAft>
              <a:buSzPts val="900"/>
              <a:buNone/>
              <a:defRPr sz="900"/>
            </a:lvl6pPr>
            <a:lvl7pPr indent="-228600" lvl="6" marL="3200400" algn="l">
              <a:lnSpc>
                <a:spcPct val="90000"/>
              </a:lnSpc>
              <a:spcBef>
                <a:spcPts val="300"/>
              </a:spcBef>
              <a:spcAft>
                <a:spcPts val="0"/>
              </a:spcAft>
              <a:buSzPts val="900"/>
              <a:buNone/>
              <a:defRPr sz="900"/>
            </a:lvl7pPr>
            <a:lvl8pPr indent="-228600" lvl="7" marL="3657600" algn="l">
              <a:lnSpc>
                <a:spcPct val="90000"/>
              </a:lnSpc>
              <a:spcBef>
                <a:spcPts val="300"/>
              </a:spcBef>
              <a:spcAft>
                <a:spcPts val="0"/>
              </a:spcAft>
              <a:buSzPts val="900"/>
              <a:buNone/>
              <a:defRPr sz="900"/>
            </a:lvl8pPr>
            <a:lvl9pPr indent="-228600" lvl="8" marL="4114800" algn="l">
              <a:lnSpc>
                <a:spcPct val="90000"/>
              </a:lnSpc>
              <a:spcBef>
                <a:spcPts val="300"/>
              </a:spcBef>
              <a:spcAft>
                <a:spcPts val="300"/>
              </a:spcAft>
              <a:buSzPts val="900"/>
              <a:buNone/>
              <a:defRPr sz="900"/>
            </a:lvl9pPr>
          </a:lstStyle>
          <a:p/>
        </p:txBody>
      </p:sp>
      <p:sp>
        <p:nvSpPr>
          <p:cNvPr id="74" name="Google Shape;74;p24"/>
          <p:cNvSpPr txBox="1"/>
          <p:nvPr>
            <p:ph idx="10" type="dt"/>
          </p:nvPr>
        </p:nvSpPr>
        <p:spPr>
          <a:xfrm rot="-5400000">
            <a:off x="7831456" y="1044178"/>
            <a:ext cx="1904999" cy="273844"/>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1" sz="2400">
                <a:solidFill>
                  <a:schemeClr val="dk1"/>
                </a:solidFill>
                <a:latin typeface="Times New Roman"/>
                <a:ea typeface="Times New Roman"/>
                <a:cs typeface="Times New Roman"/>
                <a:sym typeface="Times New Roman"/>
              </a:defRPr>
            </a:lvl1pPr>
            <a:lvl2pPr lvl="1" marR="0" rtl="0" algn="l">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2pPr>
            <a:lvl3pPr lvl="2" marR="0" rtl="0" algn="l">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3pPr>
            <a:lvl4pPr lvl="3" marR="0" rtl="0" algn="l">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4pPr>
            <a:lvl5pPr lvl="4" marR="0" rtl="0" algn="l">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5pPr>
            <a:lvl6pPr lvl="5" marR="0" rtl="0" algn="l">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6pPr>
            <a:lvl7pPr lvl="6" marR="0" rtl="0" algn="l">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7pPr>
            <a:lvl8pPr lvl="7" marR="0" rtl="0" algn="l">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8pPr>
            <a:lvl9pPr lvl="8" marR="0" rtl="0" algn="l">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9pPr>
          </a:lstStyle>
          <a:p/>
        </p:txBody>
      </p:sp>
      <p:sp>
        <p:nvSpPr>
          <p:cNvPr id="75" name="Google Shape;75;p24"/>
          <p:cNvSpPr txBox="1"/>
          <p:nvPr>
            <p:ph idx="11" type="ftr"/>
          </p:nvPr>
        </p:nvSpPr>
        <p:spPr>
          <a:xfrm rot="-5400000">
            <a:off x="6993255" y="4092178"/>
            <a:ext cx="3581400" cy="273844"/>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1" sz="2400">
                <a:solidFill>
                  <a:schemeClr val="dk1"/>
                </a:solidFill>
                <a:latin typeface="Times New Roman"/>
                <a:ea typeface="Times New Roman"/>
                <a:cs typeface="Times New Roman"/>
                <a:sym typeface="Times New Roman"/>
              </a:defRPr>
            </a:lvl1pPr>
            <a:lvl2pPr lvl="1" marR="0" rtl="0" algn="l">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2pPr>
            <a:lvl3pPr lvl="2" marR="0" rtl="0" algn="l">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3pPr>
            <a:lvl4pPr lvl="3" marR="0" rtl="0" algn="l">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4pPr>
            <a:lvl5pPr lvl="4" marR="0" rtl="0" algn="l">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5pPr>
            <a:lvl6pPr lvl="5" marR="0" rtl="0" algn="l">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6pPr>
            <a:lvl7pPr lvl="6" marR="0" rtl="0" algn="l">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7pPr>
            <a:lvl8pPr lvl="7" marR="0" rtl="0" algn="l">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8pPr>
            <a:lvl9pPr lvl="8" marR="0" rtl="0" algn="l">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9pPr>
          </a:lstStyle>
          <a:p/>
        </p:txBody>
      </p:sp>
      <p:sp>
        <p:nvSpPr>
          <p:cNvPr id="76" name="Google Shape;76;p24"/>
          <p:cNvSpPr txBox="1"/>
          <p:nvPr>
            <p:ph idx="12" type="sldNum"/>
          </p:nvPr>
        </p:nvSpPr>
        <p:spPr>
          <a:xfrm>
            <a:off x="8441055" y="6172201"/>
            <a:ext cx="685800" cy="5937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spcAft>
                <a:spcPts val="0"/>
              </a:spcAft>
              <a:buNone/>
              <a:defRPr b="1" sz="2400">
                <a:solidFill>
                  <a:schemeClr val="dk1"/>
                </a:solidFill>
                <a:latin typeface="Times New Roman"/>
                <a:ea typeface="Times New Roman"/>
                <a:cs typeface="Times New Roman"/>
                <a:sym typeface="Times New Roman"/>
              </a:defRPr>
            </a:lvl1pPr>
            <a:lvl2pPr indent="0" lvl="1" marL="0" marR="0" rtl="0" algn="l">
              <a:spcBef>
                <a:spcPts val="0"/>
              </a:spcBef>
              <a:spcAft>
                <a:spcPts val="0"/>
              </a:spcAft>
              <a:buNone/>
              <a:defRPr b="1" sz="2400">
                <a:solidFill>
                  <a:schemeClr val="dk1"/>
                </a:solidFill>
                <a:latin typeface="Times New Roman"/>
                <a:ea typeface="Times New Roman"/>
                <a:cs typeface="Times New Roman"/>
                <a:sym typeface="Times New Roman"/>
              </a:defRPr>
            </a:lvl2pPr>
            <a:lvl3pPr indent="0" lvl="2" marL="0" marR="0" rtl="0" algn="l">
              <a:spcBef>
                <a:spcPts val="0"/>
              </a:spcBef>
              <a:spcAft>
                <a:spcPts val="0"/>
              </a:spcAft>
              <a:buNone/>
              <a:defRPr b="1" sz="2400">
                <a:solidFill>
                  <a:schemeClr val="dk1"/>
                </a:solidFill>
                <a:latin typeface="Times New Roman"/>
                <a:ea typeface="Times New Roman"/>
                <a:cs typeface="Times New Roman"/>
                <a:sym typeface="Times New Roman"/>
              </a:defRPr>
            </a:lvl3pPr>
            <a:lvl4pPr indent="0" lvl="3" marL="0" marR="0" rtl="0" algn="l">
              <a:spcBef>
                <a:spcPts val="0"/>
              </a:spcBef>
              <a:spcAft>
                <a:spcPts val="0"/>
              </a:spcAft>
              <a:buNone/>
              <a:defRPr b="1" sz="2400">
                <a:solidFill>
                  <a:schemeClr val="dk1"/>
                </a:solidFill>
                <a:latin typeface="Times New Roman"/>
                <a:ea typeface="Times New Roman"/>
                <a:cs typeface="Times New Roman"/>
                <a:sym typeface="Times New Roman"/>
              </a:defRPr>
            </a:lvl4pPr>
            <a:lvl5pPr indent="0" lvl="4" marL="0" marR="0" rtl="0" algn="l">
              <a:spcBef>
                <a:spcPts val="0"/>
              </a:spcBef>
              <a:spcAft>
                <a:spcPts val="0"/>
              </a:spcAft>
              <a:buNone/>
              <a:defRPr b="1" sz="2400">
                <a:solidFill>
                  <a:schemeClr val="dk1"/>
                </a:solidFill>
                <a:latin typeface="Times New Roman"/>
                <a:ea typeface="Times New Roman"/>
                <a:cs typeface="Times New Roman"/>
                <a:sym typeface="Times New Roman"/>
              </a:defRPr>
            </a:lvl5pPr>
            <a:lvl6pPr indent="0" lvl="5" marL="0" marR="0" rtl="0" algn="l">
              <a:spcBef>
                <a:spcPts val="0"/>
              </a:spcBef>
              <a:spcAft>
                <a:spcPts val="0"/>
              </a:spcAft>
              <a:buNone/>
              <a:defRPr b="1" sz="2400">
                <a:solidFill>
                  <a:schemeClr val="dk1"/>
                </a:solidFill>
                <a:latin typeface="Times New Roman"/>
                <a:ea typeface="Times New Roman"/>
                <a:cs typeface="Times New Roman"/>
                <a:sym typeface="Times New Roman"/>
              </a:defRPr>
            </a:lvl6pPr>
            <a:lvl7pPr indent="0" lvl="6" marL="0" marR="0" rtl="0" algn="l">
              <a:spcBef>
                <a:spcPts val="0"/>
              </a:spcBef>
              <a:spcAft>
                <a:spcPts val="0"/>
              </a:spcAft>
              <a:buNone/>
              <a:defRPr b="1" sz="2400">
                <a:solidFill>
                  <a:schemeClr val="dk1"/>
                </a:solidFill>
                <a:latin typeface="Times New Roman"/>
                <a:ea typeface="Times New Roman"/>
                <a:cs typeface="Times New Roman"/>
                <a:sym typeface="Times New Roman"/>
              </a:defRPr>
            </a:lvl7pPr>
            <a:lvl8pPr indent="0" lvl="7" marL="0" marR="0" rtl="0" algn="l">
              <a:spcBef>
                <a:spcPts val="0"/>
              </a:spcBef>
              <a:spcAft>
                <a:spcPts val="0"/>
              </a:spcAft>
              <a:buNone/>
              <a:defRPr b="1" sz="2400">
                <a:solidFill>
                  <a:schemeClr val="dk1"/>
                </a:solidFill>
                <a:latin typeface="Times New Roman"/>
                <a:ea typeface="Times New Roman"/>
                <a:cs typeface="Times New Roman"/>
                <a:sym typeface="Times New Roman"/>
              </a:defRPr>
            </a:lvl8pPr>
            <a:lvl9pPr indent="0" lvl="8" marL="0" marR="0" rtl="0" algn="l">
              <a:spcBef>
                <a:spcPts val="0"/>
              </a:spcBef>
              <a:spcAft>
                <a:spcPts val="0"/>
              </a:spcAft>
              <a:buNone/>
              <a:defRPr b="1" sz="2400">
                <a:solidFill>
                  <a:schemeClr val="dk1"/>
                </a:solidFill>
                <a:latin typeface="Times New Roman"/>
                <a:ea typeface="Times New Roman"/>
                <a:cs typeface="Times New Roman"/>
                <a:sym typeface="Times New Roman"/>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7" name="Shape 77"/>
        <p:cNvGrpSpPr/>
        <p:nvPr/>
      </p:nvGrpSpPr>
      <p:grpSpPr>
        <a:xfrm>
          <a:off x="0" y="0"/>
          <a:ext cx="0" cy="0"/>
          <a:chOff x="0" y="0"/>
          <a:chExt cx="0" cy="0"/>
        </a:xfrm>
      </p:grpSpPr>
      <p:sp>
        <p:nvSpPr>
          <p:cNvPr id="78" name="Google Shape;78;p25"/>
          <p:cNvSpPr txBox="1"/>
          <p:nvPr>
            <p:ph type="title"/>
          </p:nvPr>
        </p:nvSpPr>
        <p:spPr>
          <a:xfrm>
            <a:off x="946404" y="365760"/>
            <a:ext cx="7269480" cy="1325562"/>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9" name="Google Shape;79;p25"/>
          <p:cNvSpPr txBox="1"/>
          <p:nvPr>
            <p:ph idx="1" type="body"/>
          </p:nvPr>
        </p:nvSpPr>
        <p:spPr>
          <a:xfrm rot="5400000">
            <a:off x="1993995" y="781210"/>
            <a:ext cx="4351337" cy="6446520"/>
          </a:xfrm>
          <a:prstGeom prst="rect">
            <a:avLst/>
          </a:prstGeom>
          <a:noFill/>
          <a:ln>
            <a:noFill/>
          </a:ln>
        </p:spPr>
        <p:txBody>
          <a:bodyPr anchorCtr="0" anchor="t" bIns="45700" lIns="91425" spcFirstLastPara="1" rIns="91425" wrap="square" tIns="45700">
            <a:normAutofit/>
          </a:bodyPr>
          <a:lstStyle>
            <a:lvl1pPr indent="-320040" lvl="0" marL="457200" algn="l">
              <a:lnSpc>
                <a:spcPct val="95000"/>
              </a:lnSpc>
              <a:spcBef>
                <a:spcPts val="1400"/>
              </a:spcBef>
              <a:spcAft>
                <a:spcPts val="0"/>
              </a:spcAft>
              <a:buSzPts val="1440"/>
              <a:buChar char="•"/>
              <a:defRPr/>
            </a:lvl1pPr>
            <a:lvl2pPr indent="-342900" lvl="1" marL="914400" algn="l">
              <a:lnSpc>
                <a:spcPct val="90000"/>
              </a:lnSpc>
              <a:spcBef>
                <a:spcPts val="300"/>
              </a:spcBef>
              <a:spcAft>
                <a:spcPts val="0"/>
              </a:spcAft>
              <a:buSzPts val="1800"/>
              <a:buChar char="●"/>
              <a:defRPr/>
            </a:lvl2pPr>
            <a:lvl3pPr indent="-342900" lvl="2" marL="1371600" algn="l">
              <a:lnSpc>
                <a:spcPct val="90000"/>
              </a:lnSpc>
              <a:spcBef>
                <a:spcPts val="300"/>
              </a:spcBef>
              <a:spcAft>
                <a:spcPts val="0"/>
              </a:spcAft>
              <a:buSzPts val="1800"/>
              <a:buChar char="●"/>
              <a:defRPr/>
            </a:lvl3pPr>
            <a:lvl4pPr indent="-342900" lvl="3" marL="1828800" algn="l">
              <a:lnSpc>
                <a:spcPct val="90000"/>
              </a:lnSpc>
              <a:spcBef>
                <a:spcPts val="300"/>
              </a:spcBef>
              <a:spcAft>
                <a:spcPts val="0"/>
              </a:spcAft>
              <a:buSzPts val="1800"/>
              <a:buChar char="●"/>
              <a:defRPr/>
            </a:lvl4pPr>
            <a:lvl5pPr indent="-342900" lvl="4" marL="2286000" algn="l">
              <a:lnSpc>
                <a:spcPct val="90000"/>
              </a:lnSpc>
              <a:spcBef>
                <a:spcPts val="300"/>
              </a:spcBef>
              <a:spcAft>
                <a:spcPts val="0"/>
              </a:spcAft>
              <a:buSzPts val="1800"/>
              <a:buChar char="●"/>
              <a:defRPr/>
            </a:lvl5pPr>
            <a:lvl6pPr indent="-342900" lvl="5" marL="2743200" algn="l">
              <a:lnSpc>
                <a:spcPct val="90000"/>
              </a:lnSpc>
              <a:spcBef>
                <a:spcPts val="300"/>
              </a:spcBef>
              <a:spcAft>
                <a:spcPts val="0"/>
              </a:spcAft>
              <a:buSzPts val="1800"/>
              <a:buChar char="●"/>
              <a:defRPr/>
            </a:lvl6pPr>
            <a:lvl7pPr indent="-342900" lvl="6" marL="3200400" algn="l">
              <a:lnSpc>
                <a:spcPct val="90000"/>
              </a:lnSpc>
              <a:spcBef>
                <a:spcPts val="300"/>
              </a:spcBef>
              <a:spcAft>
                <a:spcPts val="0"/>
              </a:spcAft>
              <a:buSzPts val="1800"/>
              <a:buChar char="●"/>
              <a:defRPr/>
            </a:lvl7pPr>
            <a:lvl8pPr indent="-342900" lvl="7" marL="3657600" algn="l">
              <a:lnSpc>
                <a:spcPct val="90000"/>
              </a:lnSpc>
              <a:spcBef>
                <a:spcPts val="300"/>
              </a:spcBef>
              <a:spcAft>
                <a:spcPts val="0"/>
              </a:spcAft>
              <a:buSzPts val="1800"/>
              <a:buChar char="●"/>
              <a:defRPr/>
            </a:lvl8pPr>
            <a:lvl9pPr indent="-342900" lvl="8" marL="4114800" algn="l">
              <a:lnSpc>
                <a:spcPct val="90000"/>
              </a:lnSpc>
              <a:spcBef>
                <a:spcPts val="300"/>
              </a:spcBef>
              <a:spcAft>
                <a:spcPts val="300"/>
              </a:spcAft>
              <a:buSzPts val="1800"/>
              <a:buChar char="●"/>
              <a:defRPr/>
            </a:lvl9pPr>
          </a:lstStyle>
          <a:p/>
        </p:txBody>
      </p:sp>
      <p:sp>
        <p:nvSpPr>
          <p:cNvPr id="80" name="Google Shape;80;p25"/>
          <p:cNvSpPr txBox="1"/>
          <p:nvPr>
            <p:ph idx="10" type="dt"/>
          </p:nvPr>
        </p:nvSpPr>
        <p:spPr>
          <a:xfrm rot="-5400000">
            <a:off x="7831456" y="1044178"/>
            <a:ext cx="1904999" cy="273844"/>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1" sz="2400">
                <a:solidFill>
                  <a:schemeClr val="dk1"/>
                </a:solidFill>
                <a:latin typeface="Times New Roman"/>
                <a:ea typeface="Times New Roman"/>
                <a:cs typeface="Times New Roman"/>
                <a:sym typeface="Times New Roman"/>
              </a:defRPr>
            </a:lvl1pPr>
            <a:lvl2pPr lvl="1" marR="0" rtl="0" algn="l">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2pPr>
            <a:lvl3pPr lvl="2" marR="0" rtl="0" algn="l">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3pPr>
            <a:lvl4pPr lvl="3" marR="0" rtl="0" algn="l">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4pPr>
            <a:lvl5pPr lvl="4" marR="0" rtl="0" algn="l">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5pPr>
            <a:lvl6pPr lvl="5" marR="0" rtl="0" algn="l">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6pPr>
            <a:lvl7pPr lvl="6" marR="0" rtl="0" algn="l">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7pPr>
            <a:lvl8pPr lvl="7" marR="0" rtl="0" algn="l">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8pPr>
            <a:lvl9pPr lvl="8" marR="0" rtl="0" algn="l">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9pPr>
          </a:lstStyle>
          <a:p/>
        </p:txBody>
      </p:sp>
      <p:sp>
        <p:nvSpPr>
          <p:cNvPr id="81" name="Google Shape;81;p25"/>
          <p:cNvSpPr txBox="1"/>
          <p:nvPr>
            <p:ph idx="11" type="ftr"/>
          </p:nvPr>
        </p:nvSpPr>
        <p:spPr>
          <a:xfrm rot="-5400000">
            <a:off x="6993255" y="4092178"/>
            <a:ext cx="3581400" cy="273844"/>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1" sz="2400">
                <a:solidFill>
                  <a:schemeClr val="dk1"/>
                </a:solidFill>
                <a:latin typeface="Times New Roman"/>
                <a:ea typeface="Times New Roman"/>
                <a:cs typeface="Times New Roman"/>
                <a:sym typeface="Times New Roman"/>
              </a:defRPr>
            </a:lvl1pPr>
            <a:lvl2pPr lvl="1" marR="0" rtl="0" algn="l">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2pPr>
            <a:lvl3pPr lvl="2" marR="0" rtl="0" algn="l">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3pPr>
            <a:lvl4pPr lvl="3" marR="0" rtl="0" algn="l">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4pPr>
            <a:lvl5pPr lvl="4" marR="0" rtl="0" algn="l">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5pPr>
            <a:lvl6pPr lvl="5" marR="0" rtl="0" algn="l">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6pPr>
            <a:lvl7pPr lvl="6" marR="0" rtl="0" algn="l">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7pPr>
            <a:lvl8pPr lvl="7" marR="0" rtl="0" algn="l">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8pPr>
            <a:lvl9pPr lvl="8" marR="0" rtl="0" algn="l">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9pPr>
          </a:lstStyle>
          <a:p/>
        </p:txBody>
      </p:sp>
      <p:sp>
        <p:nvSpPr>
          <p:cNvPr id="82" name="Google Shape;82;p25"/>
          <p:cNvSpPr txBox="1"/>
          <p:nvPr>
            <p:ph idx="12" type="sldNum"/>
          </p:nvPr>
        </p:nvSpPr>
        <p:spPr>
          <a:xfrm>
            <a:off x="8441055" y="6172201"/>
            <a:ext cx="685800" cy="5937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spcAft>
                <a:spcPts val="0"/>
              </a:spcAft>
              <a:buNone/>
              <a:defRPr b="1" sz="2400">
                <a:solidFill>
                  <a:schemeClr val="dk1"/>
                </a:solidFill>
                <a:latin typeface="Times New Roman"/>
                <a:ea typeface="Times New Roman"/>
                <a:cs typeface="Times New Roman"/>
                <a:sym typeface="Times New Roman"/>
              </a:defRPr>
            </a:lvl1pPr>
            <a:lvl2pPr indent="0" lvl="1" marL="0" marR="0" rtl="0" algn="l">
              <a:spcBef>
                <a:spcPts val="0"/>
              </a:spcBef>
              <a:spcAft>
                <a:spcPts val="0"/>
              </a:spcAft>
              <a:buNone/>
              <a:defRPr b="1" sz="2400">
                <a:solidFill>
                  <a:schemeClr val="dk1"/>
                </a:solidFill>
                <a:latin typeface="Times New Roman"/>
                <a:ea typeface="Times New Roman"/>
                <a:cs typeface="Times New Roman"/>
                <a:sym typeface="Times New Roman"/>
              </a:defRPr>
            </a:lvl2pPr>
            <a:lvl3pPr indent="0" lvl="2" marL="0" marR="0" rtl="0" algn="l">
              <a:spcBef>
                <a:spcPts val="0"/>
              </a:spcBef>
              <a:spcAft>
                <a:spcPts val="0"/>
              </a:spcAft>
              <a:buNone/>
              <a:defRPr b="1" sz="2400">
                <a:solidFill>
                  <a:schemeClr val="dk1"/>
                </a:solidFill>
                <a:latin typeface="Times New Roman"/>
                <a:ea typeface="Times New Roman"/>
                <a:cs typeface="Times New Roman"/>
                <a:sym typeface="Times New Roman"/>
              </a:defRPr>
            </a:lvl3pPr>
            <a:lvl4pPr indent="0" lvl="3" marL="0" marR="0" rtl="0" algn="l">
              <a:spcBef>
                <a:spcPts val="0"/>
              </a:spcBef>
              <a:spcAft>
                <a:spcPts val="0"/>
              </a:spcAft>
              <a:buNone/>
              <a:defRPr b="1" sz="2400">
                <a:solidFill>
                  <a:schemeClr val="dk1"/>
                </a:solidFill>
                <a:latin typeface="Times New Roman"/>
                <a:ea typeface="Times New Roman"/>
                <a:cs typeface="Times New Roman"/>
                <a:sym typeface="Times New Roman"/>
              </a:defRPr>
            </a:lvl4pPr>
            <a:lvl5pPr indent="0" lvl="4" marL="0" marR="0" rtl="0" algn="l">
              <a:spcBef>
                <a:spcPts val="0"/>
              </a:spcBef>
              <a:spcAft>
                <a:spcPts val="0"/>
              </a:spcAft>
              <a:buNone/>
              <a:defRPr b="1" sz="2400">
                <a:solidFill>
                  <a:schemeClr val="dk1"/>
                </a:solidFill>
                <a:latin typeface="Times New Roman"/>
                <a:ea typeface="Times New Roman"/>
                <a:cs typeface="Times New Roman"/>
                <a:sym typeface="Times New Roman"/>
              </a:defRPr>
            </a:lvl5pPr>
            <a:lvl6pPr indent="0" lvl="5" marL="0" marR="0" rtl="0" algn="l">
              <a:spcBef>
                <a:spcPts val="0"/>
              </a:spcBef>
              <a:spcAft>
                <a:spcPts val="0"/>
              </a:spcAft>
              <a:buNone/>
              <a:defRPr b="1" sz="2400">
                <a:solidFill>
                  <a:schemeClr val="dk1"/>
                </a:solidFill>
                <a:latin typeface="Times New Roman"/>
                <a:ea typeface="Times New Roman"/>
                <a:cs typeface="Times New Roman"/>
                <a:sym typeface="Times New Roman"/>
              </a:defRPr>
            </a:lvl6pPr>
            <a:lvl7pPr indent="0" lvl="6" marL="0" marR="0" rtl="0" algn="l">
              <a:spcBef>
                <a:spcPts val="0"/>
              </a:spcBef>
              <a:spcAft>
                <a:spcPts val="0"/>
              </a:spcAft>
              <a:buNone/>
              <a:defRPr b="1" sz="2400">
                <a:solidFill>
                  <a:schemeClr val="dk1"/>
                </a:solidFill>
                <a:latin typeface="Times New Roman"/>
                <a:ea typeface="Times New Roman"/>
                <a:cs typeface="Times New Roman"/>
                <a:sym typeface="Times New Roman"/>
              </a:defRPr>
            </a:lvl7pPr>
            <a:lvl8pPr indent="0" lvl="7" marL="0" marR="0" rtl="0" algn="l">
              <a:spcBef>
                <a:spcPts val="0"/>
              </a:spcBef>
              <a:spcAft>
                <a:spcPts val="0"/>
              </a:spcAft>
              <a:buNone/>
              <a:defRPr b="1" sz="2400">
                <a:solidFill>
                  <a:schemeClr val="dk1"/>
                </a:solidFill>
                <a:latin typeface="Times New Roman"/>
                <a:ea typeface="Times New Roman"/>
                <a:cs typeface="Times New Roman"/>
                <a:sym typeface="Times New Roman"/>
              </a:defRPr>
            </a:lvl8pPr>
            <a:lvl9pPr indent="0" lvl="8" marL="0" marR="0" rtl="0" algn="l">
              <a:spcBef>
                <a:spcPts val="0"/>
              </a:spcBef>
              <a:spcAft>
                <a:spcPts val="0"/>
              </a:spcAft>
              <a:buNone/>
              <a:defRPr b="1" sz="2400">
                <a:solidFill>
                  <a:schemeClr val="dk1"/>
                </a:solidFill>
                <a:latin typeface="Times New Roman"/>
                <a:ea typeface="Times New Roman"/>
                <a:cs typeface="Times New Roman"/>
                <a:sym typeface="Times New Roman"/>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83" name="Shape 83"/>
        <p:cNvGrpSpPr/>
        <p:nvPr/>
      </p:nvGrpSpPr>
      <p:grpSpPr>
        <a:xfrm>
          <a:off x="0" y="0"/>
          <a:ext cx="0" cy="0"/>
          <a:chOff x="0" y="0"/>
          <a:chExt cx="0" cy="0"/>
        </a:xfrm>
      </p:grpSpPr>
      <p:sp>
        <p:nvSpPr>
          <p:cNvPr id="84" name="Google Shape;84;p26"/>
          <p:cNvSpPr txBox="1"/>
          <p:nvPr>
            <p:ph type="title"/>
          </p:nvPr>
        </p:nvSpPr>
        <p:spPr>
          <a:xfrm rot="5400000">
            <a:off x="4466432" y="2401093"/>
            <a:ext cx="5897562" cy="1857375"/>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5" name="Google Shape;85;p26"/>
          <p:cNvSpPr txBox="1"/>
          <p:nvPr>
            <p:ph idx="1" type="body"/>
          </p:nvPr>
        </p:nvSpPr>
        <p:spPr>
          <a:xfrm rot="5400000">
            <a:off x="523081" y="429418"/>
            <a:ext cx="5897562" cy="5800725"/>
          </a:xfrm>
          <a:prstGeom prst="rect">
            <a:avLst/>
          </a:prstGeom>
          <a:noFill/>
          <a:ln>
            <a:noFill/>
          </a:ln>
        </p:spPr>
        <p:txBody>
          <a:bodyPr anchorCtr="0" anchor="t" bIns="45700" lIns="91425" spcFirstLastPara="1" rIns="91425" wrap="square" tIns="45700">
            <a:normAutofit/>
          </a:bodyPr>
          <a:lstStyle>
            <a:lvl1pPr indent="-320040" lvl="0" marL="457200" algn="l">
              <a:lnSpc>
                <a:spcPct val="95000"/>
              </a:lnSpc>
              <a:spcBef>
                <a:spcPts val="1400"/>
              </a:spcBef>
              <a:spcAft>
                <a:spcPts val="0"/>
              </a:spcAft>
              <a:buSzPts val="1440"/>
              <a:buChar char="•"/>
              <a:defRPr/>
            </a:lvl1pPr>
            <a:lvl2pPr indent="-342900" lvl="1" marL="914400" algn="l">
              <a:lnSpc>
                <a:spcPct val="90000"/>
              </a:lnSpc>
              <a:spcBef>
                <a:spcPts val="300"/>
              </a:spcBef>
              <a:spcAft>
                <a:spcPts val="0"/>
              </a:spcAft>
              <a:buSzPts val="1800"/>
              <a:buChar char="●"/>
              <a:defRPr/>
            </a:lvl2pPr>
            <a:lvl3pPr indent="-342900" lvl="2" marL="1371600" algn="l">
              <a:lnSpc>
                <a:spcPct val="90000"/>
              </a:lnSpc>
              <a:spcBef>
                <a:spcPts val="300"/>
              </a:spcBef>
              <a:spcAft>
                <a:spcPts val="0"/>
              </a:spcAft>
              <a:buSzPts val="1800"/>
              <a:buChar char="●"/>
              <a:defRPr/>
            </a:lvl3pPr>
            <a:lvl4pPr indent="-342900" lvl="3" marL="1828800" algn="l">
              <a:lnSpc>
                <a:spcPct val="90000"/>
              </a:lnSpc>
              <a:spcBef>
                <a:spcPts val="300"/>
              </a:spcBef>
              <a:spcAft>
                <a:spcPts val="0"/>
              </a:spcAft>
              <a:buSzPts val="1800"/>
              <a:buChar char="●"/>
              <a:defRPr/>
            </a:lvl4pPr>
            <a:lvl5pPr indent="-342900" lvl="4" marL="2286000" algn="l">
              <a:lnSpc>
                <a:spcPct val="90000"/>
              </a:lnSpc>
              <a:spcBef>
                <a:spcPts val="300"/>
              </a:spcBef>
              <a:spcAft>
                <a:spcPts val="0"/>
              </a:spcAft>
              <a:buSzPts val="1800"/>
              <a:buChar char="●"/>
              <a:defRPr/>
            </a:lvl5pPr>
            <a:lvl6pPr indent="-342900" lvl="5" marL="2743200" algn="l">
              <a:lnSpc>
                <a:spcPct val="90000"/>
              </a:lnSpc>
              <a:spcBef>
                <a:spcPts val="300"/>
              </a:spcBef>
              <a:spcAft>
                <a:spcPts val="0"/>
              </a:spcAft>
              <a:buSzPts val="1800"/>
              <a:buChar char="●"/>
              <a:defRPr/>
            </a:lvl6pPr>
            <a:lvl7pPr indent="-342900" lvl="6" marL="3200400" algn="l">
              <a:lnSpc>
                <a:spcPct val="90000"/>
              </a:lnSpc>
              <a:spcBef>
                <a:spcPts val="300"/>
              </a:spcBef>
              <a:spcAft>
                <a:spcPts val="0"/>
              </a:spcAft>
              <a:buSzPts val="1800"/>
              <a:buChar char="●"/>
              <a:defRPr/>
            </a:lvl7pPr>
            <a:lvl8pPr indent="-342900" lvl="7" marL="3657600" algn="l">
              <a:lnSpc>
                <a:spcPct val="90000"/>
              </a:lnSpc>
              <a:spcBef>
                <a:spcPts val="300"/>
              </a:spcBef>
              <a:spcAft>
                <a:spcPts val="0"/>
              </a:spcAft>
              <a:buSzPts val="1800"/>
              <a:buChar char="●"/>
              <a:defRPr/>
            </a:lvl8pPr>
            <a:lvl9pPr indent="-342900" lvl="8" marL="4114800" algn="l">
              <a:lnSpc>
                <a:spcPct val="90000"/>
              </a:lnSpc>
              <a:spcBef>
                <a:spcPts val="300"/>
              </a:spcBef>
              <a:spcAft>
                <a:spcPts val="300"/>
              </a:spcAft>
              <a:buSzPts val="1800"/>
              <a:buChar char="●"/>
              <a:defRPr/>
            </a:lvl9pPr>
          </a:lstStyle>
          <a:p/>
        </p:txBody>
      </p:sp>
      <p:sp>
        <p:nvSpPr>
          <p:cNvPr id="86" name="Google Shape;86;p26"/>
          <p:cNvSpPr txBox="1"/>
          <p:nvPr>
            <p:ph idx="10" type="dt"/>
          </p:nvPr>
        </p:nvSpPr>
        <p:spPr>
          <a:xfrm rot="-5400000">
            <a:off x="7831456" y="1044178"/>
            <a:ext cx="1904999" cy="273844"/>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1" sz="2400">
                <a:solidFill>
                  <a:schemeClr val="dk1"/>
                </a:solidFill>
                <a:latin typeface="Times New Roman"/>
                <a:ea typeface="Times New Roman"/>
                <a:cs typeface="Times New Roman"/>
                <a:sym typeface="Times New Roman"/>
              </a:defRPr>
            </a:lvl1pPr>
            <a:lvl2pPr lvl="1" marR="0" rtl="0" algn="l">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2pPr>
            <a:lvl3pPr lvl="2" marR="0" rtl="0" algn="l">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3pPr>
            <a:lvl4pPr lvl="3" marR="0" rtl="0" algn="l">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4pPr>
            <a:lvl5pPr lvl="4" marR="0" rtl="0" algn="l">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5pPr>
            <a:lvl6pPr lvl="5" marR="0" rtl="0" algn="l">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6pPr>
            <a:lvl7pPr lvl="6" marR="0" rtl="0" algn="l">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7pPr>
            <a:lvl8pPr lvl="7" marR="0" rtl="0" algn="l">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8pPr>
            <a:lvl9pPr lvl="8" marR="0" rtl="0" algn="l">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9pPr>
          </a:lstStyle>
          <a:p/>
        </p:txBody>
      </p:sp>
      <p:sp>
        <p:nvSpPr>
          <p:cNvPr id="87" name="Google Shape;87;p26"/>
          <p:cNvSpPr txBox="1"/>
          <p:nvPr>
            <p:ph idx="11" type="ftr"/>
          </p:nvPr>
        </p:nvSpPr>
        <p:spPr>
          <a:xfrm rot="-5400000">
            <a:off x="6993255" y="4092178"/>
            <a:ext cx="3581400" cy="273844"/>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1" sz="2400">
                <a:solidFill>
                  <a:schemeClr val="dk1"/>
                </a:solidFill>
                <a:latin typeface="Times New Roman"/>
                <a:ea typeface="Times New Roman"/>
                <a:cs typeface="Times New Roman"/>
                <a:sym typeface="Times New Roman"/>
              </a:defRPr>
            </a:lvl1pPr>
            <a:lvl2pPr lvl="1" marR="0" rtl="0" algn="l">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2pPr>
            <a:lvl3pPr lvl="2" marR="0" rtl="0" algn="l">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3pPr>
            <a:lvl4pPr lvl="3" marR="0" rtl="0" algn="l">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4pPr>
            <a:lvl5pPr lvl="4" marR="0" rtl="0" algn="l">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5pPr>
            <a:lvl6pPr lvl="5" marR="0" rtl="0" algn="l">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6pPr>
            <a:lvl7pPr lvl="6" marR="0" rtl="0" algn="l">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7pPr>
            <a:lvl8pPr lvl="7" marR="0" rtl="0" algn="l">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8pPr>
            <a:lvl9pPr lvl="8" marR="0" rtl="0" algn="l">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9pPr>
          </a:lstStyle>
          <a:p/>
        </p:txBody>
      </p:sp>
      <p:sp>
        <p:nvSpPr>
          <p:cNvPr id="88" name="Google Shape;88;p26"/>
          <p:cNvSpPr txBox="1"/>
          <p:nvPr>
            <p:ph idx="12" type="sldNum"/>
          </p:nvPr>
        </p:nvSpPr>
        <p:spPr>
          <a:xfrm>
            <a:off x="8441055" y="6172201"/>
            <a:ext cx="685800" cy="5937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spcAft>
                <a:spcPts val="0"/>
              </a:spcAft>
              <a:buNone/>
              <a:defRPr b="1" sz="2400">
                <a:solidFill>
                  <a:schemeClr val="dk1"/>
                </a:solidFill>
                <a:latin typeface="Times New Roman"/>
                <a:ea typeface="Times New Roman"/>
                <a:cs typeface="Times New Roman"/>
                <a:sym typeface="Times New Roman"/>
              </a:defRPr>
            </a:lvl1pPr>
            <a:lvl2pPr indent="0" lvl="1" marL="0" marR="0" rtl="0" algn="l">
              <a:spcBef>
                <a:spcPts val="0"/>
              </a:spcBef>
              <a:spcAft>
                <a:spcPts val="0"/>
              </a:spcAft>
              <a:buNone/>
              <a:defRPr b="1" sz="2400">
                <a:solidFill>
                  <a:schemeClr val="dk1"/>
                </a:solidFill>
                <a:latin typeface="Times New Roman"/>
                <a:ea typeface="Times New Roman"/>
                <a:cs typeface="Times New Roman"/>
                <a:sym typeface="Times New Roman"/>
              </a:defRPr>
            </a:lvl2pPr>
            <a:lvl3pPr indent="0" lvl="2" marL="0" marR="0" rtl="0" algn="l">
              <a:spcBef>
                <a:spcPts val="0"/>
              </a:spcBef>
              <a:spcAft>
                <a:spcPts val="0"/>
              </a:spcAft>
              <a:buNone/>
              <a:defRPr b="1" sz="2400">
                <a:solidFill>
                  <a:schemeClr val="dk1"/>
                </a:solidFill>
                <a:latin typeface="Times New Roman"/>
                <a:ea typeface="Times New Roman"/>
                <a:cs typeface="Times New Roman"/>
                <a:sym typeface="Times New Roman"/>
              </a:defRPr>
            </a:lvl3pPr>
            <a:lvl4pPr indent="0" lvl="3" marL="0" marR="0" rtl="0" algn="l">
              <a:spcBef>
                <a:spcPts val="0"/>
              </a:spcBef>
              <a:spcAft>
                <a:spcPts val="0"/>
              </a:spcAft>
              <a:buNone/>
              <a:defRPr b="1" sz="2400">
                <a:solidFill>
                  <a:schemeClr val="dk1"/>
                </a:solidFill>
                <a:latin typeface="Times New Roman"/>
                <a:ea typeface="Times New Roman"/>
                <a:cs typeface="Times New Roman"/>
                <a:sym typeface="Times New Roman"/>
              </a:defRPr>
            </a:lvl4pPr>
            <a:lvl5pPr indent="0" lvl="4" marL="0" marR="0" rtl="0" algn="l">
              <a:spcBef>
                <a:spcPts val="0"/>
              </a:spcBef>
              <a:spcAft>
                <a:spcPts val="0"/>
              </a:spcAft>
              <a:buNone/>
              <a:defRPr b="1" sz="2400">
                <a:solidFill>
                  <a:schemeClr val="dk1"/>
                </a:solidFill>
                <a:latin typeface="Times New Roman"/>
                <a:ea typeface="Times New Roman"/>
                <a:cs typeface="Times New Roman"/>
                <a:sym typeface="Times New Roman"/>
              </a:defRPr>
            </a:lvl5pPr>
            <a:lvl6pPr indent="0" lvl="5" marL="0" marR="0" rtl="0" algn="l">
              <a:spcBef>
                <a:spcPts val="0"/>
              </a:spcBef>
              <a:spcAft>
                <a:spcPts val="0"/>
              </a:spcAft>
              <a:buNone/>
              <a:defRPr b="1" sz="2400">
                <a:solidFill>
                  <a:schemeClr val="dk1"/>
                </a:solidFill>
                <a:latin typeface="Times New Roman"/>
                <a:ea typeface="Times New Roman"/>
                <a:cs typeface="Times New Roman"/>
                <a:sym typeface="Times New Roman"/>
              </a:defRPr>
            </a:lvl6pPr>
            <a:lvl7pPr indent="0" lvl="6" marL="0" marR="0" rtl="0" algn="l">
              <a:spcBef>
                <a:spcPts val="0"/>
              </a:spcBef>
              <a:spcAft>
                <a:spcPts val="0"/>
              </a:spcAft>
              <a:buNone/>
              <a:defRPr b="1" sz="2400">
                <a:solidFill>
                  <a:schemeClr val="dk1"/>
                </a:solidFill>
                <a:latin typeface="Times New Roman"/>
                <a:ea typeface="Times New Roman"/>
                <a:cs typeface="Times New Roman"/>
                <a:sym typeface="Times New Roman"/>
              </a:defRPr>
            </a:lvl7pPr>
            <a:lvl8pPr indent="0" lvl="7" marL="0" marR="0" rtl="0" algn="l">
              <a:spcBef>
                <a:spcPts val="0"/>
              </a:spcBef>
              <a:spcAft>
                <a:spcPts val="0"/>
              </a:spcAft>
              <a:buNone/>
              <a:defRPr b="1" sz="2400">
                <a:solidFill>
                  <a:schemeClr val="dk1"/>
                </a:solidFill>
                <a:latin typeface="Times New Roman"/>
                <a:ea typeface="Times New Roman"/>
                <a:cs typeface="Times New Roman"/>
                <a:sym typeface="Times New Roman"/>
              </a:defRPr>
            </a:lvl8pPr>
            <a:lvl9pPr indent="0" lvl="8" marL="0" marR="0" rtl="0" algn="l">
              <a:spcBef>
                <a:spcPts val="0"/>
              </a:spcBef>
              <a:spcAft>
                <a:spcPts val="0"/>
              </a:spcAft>
              <a:buNone/>
              <a:defRPr b="1" sz="2400">
                <a:solidFill>
                  <a:schemeClr val="dk1"/>
                </a:solidFill>
                <a:latin typeface="Times New Roman"/>
                <a:ea typeface="Times New Roman"/>
                <a:cs typeface="Times New Roman"/>
                <a:sym typeface="Times New Roman"/>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5" name="Shape 95"/>
        <p:cNvGrpSpPr/>
        <p:nvPr/>
      </p:nvGrpSpPr>
      <p:grpSpPr>
        <a:xfrm>
          <a:off x="0" y="0"/>
          <a:ext cx="0" cy="0"/>
          <a:chOff x="0" y="0"/>
          <a:chExt cx="0" cy="0"/>
        </a:xfrm>
      </p:grpSpPr>
      <p:sp>
        <p:nvSpPr>
          <p:cNvPr id="96" name="Google Shape;96;p28"/>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7" name="Google Shape;97;p28"/>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98" name="Google Shape;98;p2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9" name="Google Shape;99;p2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0" name="Google Shape;100;p2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None/>
              <a:defRPr/>
            </a:lvl1pPr>
            <a:lvl2pPr indent="0" lvl="1" marL="0" algn="r">
              <a:spcBef>
                <a:spcPts val="0"/>
              </a:spcBef>
              <a:spcAft>
                <a:spcPts val="0"/>
              </a:spcAft>
              <a:buNone/>
              <a:defRPr/>
            </a:lvl2pPr>
            <a:lvl3pPr indent="0" lvl="2" marL="0" algn="r">
              <a:spcBef>
                <a:spcPts val="0"/>
              </a:spcBef>
              <a:spcAft>
                <a:spcPts val="0"/>
              </a:spcAft>
              <a:buNone/>
              <a:defRPr/>
            </a:lvl3pPr>
            <a:lvl4pPr indent="0" lvl="3" marL="0" algn="r">
              <a:spcBef>
                <a:spcPts val="0"/>
              </a:spcBef>
              <a:spcAft>
                <a:spcPts val="0"/>
              </a:spcAft>
              <a:buNone/>
              <a:defRPr/>
            </a:lvl4pPr>
            <a:lvl5pPr indent="0" lvl="4" marL="0" algn="r">
              <a:spcBef>
                <a:spcPts val="0"/>
              </a:spcBef>
              <a:spcAft>
                <a:spcPts val="0"/>
              </a:spcAft>
              <a:buNone/>
              <a:defRPr/>
            </a:lvl5pPr>
            <a:lvl6pPr indent="0" lvl="5" marL="0" algn="r">
              <a:spcBef>
                <a:spcPts val="0"/>
              </a:spcBef>
              <a:spcAft>
                <a:spcPts val="0"/>
              </a:spcAft>
              <a:buNone/>
              <a:defRPr/>
            </a:lvl6pPr>
            <a:lvl7pPr indent="0" lvl="6" marL="0" algn="r">
              <a:spcBef>
                <a:spcPts val="0"/>
              </a:spcBef>
              <a:spcAft>
                <a:spcPts val="0"/>
              </a:spcAft>
              <a:buNone/>
              <a:defRPr/>
            </a:lvl7pPr>
            <a:lvl8pPr indent="0" lvl="7" marL="0" algn="r">
              <a:spcBef>
                <a:spcPts val="0"/>
              </a:spcBef>
              <a:spcAft>
                <a:spcPts val="0"/>
              </a:spcAft>
              <a:buNone/>
              <a:defRPr/>
            </a:lvl8pPr>
            <a:lvl9pPr indent="0" lvl="8" marL="0" algn="r">
              <a:spcBef>
                <a:spcPts val="0"/>
              </a:spcBef>
              <a:spcAft>
                <a:spcPts val="0"/>
              </a:spcAft>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01" name="Shape 101"/>
        <p:cNvGrpSpPr/>
        <p:nvPr/>
      </p:nvGrpSpPr>
      <p:grpSpPr>
        <a:xfrm>
          <a:off x="0" y="0"/>
          <a:ext cx="0" cy="0"/>
          <a:chOff x="0" y="0"/>
          <a:chExt cx="0" cy="0"/>
        </a:xfrm>
      </p:grpSpPr>
      <p:sp>
        <p:nvSpPr>
          <p:cNvPr id="102" name="Google Shape;102;p2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3" name="Google Shape;103;p29"/>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104" name="Google Shape;104;p2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5" name="Google Shape;105;p2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6" name="Google Shape;106;p2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None/>
              <a:defRPr/>
            </a:lvl1pPr>
            <a:lvl2pPr indent="0" lvl="1" marL="0" algn="r">
              <a:spcBef>
                <a:spcPts val="0"/>
              </a:spcBef>
              <a:spcAft>
                <a:spcPts val="0"/>
              </a:spcAft>
              <a:buNone/>
              <a:defRPr/>
            </a:lvl2pPr>
            <a:lvl3pPr indent="0" lvl="2" marL="0" algn="r">
              <a:spcBef>
                <a:spcPts val="0"/>
              </a:spcBef>
              <a:spcAft>
                <a:spcPts val="0"/>
              </a:spcAft>
              <a:buNone/>
              <a:defRPr/>
            </a:lvl3pPr>
            <a:lvl4pPr indent="0" lvl="3" marL="0" algn="r">
              <a:spcBef>
                <a:spcPts val="0"/>
              </a:spcBef>
              <a:spcAft>
                <a:spcPts val="0"/>
              </a:spcAft>
              <a:buNone/>
              <a:defRPr/>
            </a:lvl4pPr>
            <a:lvl5pPr indent="0" lvl="4" marL="0" algn="r">
              <a:spcBef>
                <a:spcPts val="0"/>
              </a:spcBef>
              <a:spcAft>
                <a:spcPts val="0"/>
              </a:spcAft>
              <a:buNone/>
              <a:defRPr/>
            </a:lvl5pPr>
            <a:lvl6pPr indent="0" lvl="5" marL="0" algn="r">
              <a:spcBef>
                <a:spcPts val="0"/>
              </a:spcBef>
              <a:spcAft>
                <a:spcPts val="0"/>
              </a:spcAft>
              <a:buNone/>
              <a:defRPr/>
            </a:lvl6pPr>
            <a:lvl7pPr indent="0" lvl="6" marL="0" algn="r">
              <a:spcBef>
                <a:spcPts val="0"/>
              </a:spcBef>
              <a:spcAft>
                <a:spcPts val="0"/>
              </a:spcAft>
              <a:buNone/>
              <a:defRPr/>
            </a:lvl7pPr>
            <a:lvl8pPr indent="0" lvl="7" marL="0" algn="r">
              <a:spcBef>
                <a:spcPts val="0"/>
              </a:spcBef>
              <a:spcAft>
                <a:spcPts val="0"/>
              </a:spcAft>
              <a:buNone/>
              <a:defRPr/>
            </a:lvl8pPr>
            <a:lvl9pPr indent="0" lvl="8" marL="0" algn="r">
              <a:spcBef>
                <a:spcPts val="0"/>
              </a:spcBef>
              <a:spcAft>
                <a:spcPts val="0"/>
              </a:spcAft>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07" name="Shape 107"/>
        <p:cNvGrpSpPr/>
        <p:nvPr/>
      </p:nvGrpSpPr>
      <p:grpSpPr>
        <a:xfrm>
          <a:off x="0" y="0"/>
          <a:ext cx="0" cy="0"/>
          <a:chOff x="0" y="0"/>
          <a:chExt cx="0" cy="0"/>
        </a:xfrm>
      </p:grpSpPr>
      <p:sp>
        <p:nvSpPr>
          <p:cNvPr id="108" name="Google Shape;108;p30"/>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9" name="Google Shape;109;p30"/>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110" name="Google Shape;110;p3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1" name="Google Shape;111;p3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2" name="Google Shape;112;p3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None/>
              <a:defRPr/>
            </a:lvl1pPr>
            <a:lvl2pPr indent="0" lvl="1" marL="0" algn="r">
              <a:spcBef>
                <a:spcPts val="0"/>
              </a:spcBef>
              <a:spcAft>
                <a:spcPts val="0"/>
              </a:spcAft>
              <a:buNone/>
              <a:defRPr/>
            </a:lvl2pPr>
            <a:lvl3pPr indent="0" lvl="2" marL="0" algn="r">
              <a:spcBef>
                <a:spcPts val="0"/>
              </a:spcBef>
              <a:spcAft>
                <a:spcPts val="0"/>
              </a:spcAft>
              <a:buNone/>
              <a:defRPr/>
            </a:lvl3pPr>
            <a:lvl4pPr indent="0" lvl="3" marL="0" algn="r">
              <a:spcBef>
                <a:spcPts val="0"/>
              </a:spcBef>
              <a:spcAft>
                <a:spcPts val="0"/>
              </a:spcAft>
              <a:buNone/>
              <a:defRPr/>
            </a:lvl4pPr>
            <a:lvl5pPr indent="0" lvl="4" marL="0" algn="r">
              <a:spcBef>
                <a:spcPts val="0"/>
              </a:spcBef>
              <a:spcAft>
                <a:spcPts val="0"/>
              </a:spcAft>
              <a:buNone/>
              <a:defRPr/>
            </a:lvl5pPr>
            <a:lvl6pPr indent="0" lvl="5" marL="0" algn="r">
              <a:spcBef>
                <a:spcPts val="0"/>
              </a:spcBef>
              <a:spcAft>
                <a:spcPts val="0"/>
              </a:spcAft>
              <a:buNone/>
              <a:defRPr/>
            </a:lvl6pPr>
            <a:lvl7pPr indent="0" lvl="6" marL="0" algn="r">
              <a:spcBef>
                <a:spcPts val="0"/>
              </a:spcBef>
              <a:spcAft>
                <a:spcPts val="0"/>
              </a:spcAft>
              <a:buNone/>
              <a:defRPr/>
            </a:lvl7pPr>
            <a:lvl8pPr indent="0" lvl="7" marL="0" algn="r">
              <a:spcBef>
                <a:spcPts val="0"/>
              </a:spcBef>
              <a:spcAft>
                <a:spcPts val="0"/>
              </a:spcAft>
              <a:buNone/>
              <a:defRPr/>
            </a:lvl8pPr>
            <a:lvl9pPr indent="0" lvl="8" marL="0" algn="r">
              <a:spcBef>
                <a:spcPts val="0"/>
              </a:spcBef>
              <a:spcAft>
                <a:spcPts val="0"/>
              </a:spcAft>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113" name="Shape 113"/>
        <p:cNvGrpSpPr/>
        <p:nvPr/>
      </p:nvGrpSpPr>
      <p:grpSpPr>
        <a:xfrm>
          <a:off x="0" y="0"/>
          <a:ext cx="0" cy="0"/>
          <a:chOff x="0" y="0"/>
          <a:chExt cx="0" cy="0"/>
        </a:xfrm>
      </p:grpSpPr>
      <p:sp>
        <p:nvSpPr>
          <p:cNvPr id="114" name="Google Shape;114;p3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15" name="Google Shape;115;p31"/>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116" name="Google Shape;116;p31"/>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117" name="Google Shape;117;p3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8" name="Google Shape;118;p3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9" name="Google Shape;119;p3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None/>
              <a:defRPr/>
            </a:lvl1pPr>
            <a:lvl2pPr indent="0" lvl="1" marL="0" algn="r">
              <a:spcBef>
                <a:spcPts val="0"/>
              </a:spcBef>
              <a:spcAft>
                <a:spcPts val="0"/>
              </a:spcAft>
              <a:buNone/>
              <a:defRPr/>
            </a:lvl2pPr>
            <a:lvl3pPr indent="0" lvl="2" marL="0" algn="r">
              <a:spcBef>
                <a:spcPts val="0"/>
              </a:spcBef>
              <a:spcAft>
                <a:spcPts val="0"/>
              </a:spcAft>
              <a:buNone/>
              <a:defRPr/>
            </a:lvl3pPr>
            <a:lvl4pPr indent="0" lvl="3" marL="0" algn="r">
              <a:spcBef>
                <a:spcPts val="0"/>
              </a:spcBef>
              <a:spcAft>
                <a:spcPts val="0"/>
              </a:spcAft>
              <a:buNone/>
              <a:defRPr/>
            </a:lvl4pPr>
            <a:lvl5pPr indent="0" lvl="4" marL="0" algn="r">
              <a:spcBef>
                <a:spcPts val="0"/>
              </a:spcBef>
              <a:spcAft>
                <a:spcPts val="0"/>
              </a:spcAft>
              <a:buNone/>
              <a:defRPr/>
            </a:lvl5pPr>
            <a:lvl6pPr indent="0" lvl="5" marL="0" algn="r">
              <a:spcBef>
                <a:spcPts val="0"/>
              </a:spcBef>
              <a:spcAft>
                <a:spcPts val="0"/>
              </a:spcAft>
              <a:buNone/>
              <a:defRPr/>
            </a:lvl6pPr>
            <a:lvl7pPr indent="0" lvl="6" marL="0" algn="r">
              <a:spcBef>
                <a:spcPts val="0"/>
              </a:spcBef>
              <a:spcAft>
                <a:spcPts val="0"/>
              </a:spcAft>
              <a:buNone/>
              <a:defRPr/>
            </a:lvl7pPr>
            <a:lvl8pPr indent="0" lvl="7" marL="0" algn="r">
              <a:spcBef>
                <a:spcPts val="0"/>
              </a:spcBef>
              <a:spcAft>
                <a:spcPts val="0"/>
              </a:spcAft>
              <a:buNone/>
              <a:defRPr/>
            </a:lvl8pPr>
            <a:lvl9pPr indent="0" lvl="8" marL="0" algn="r">
              <a:spcBef>
                <a:spcPts val="0"/>
              </a:spcBef>
              <a:spcAft>
                <a:spcPts val="0"/>
              </a:spcAft>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120" name="Shape 120"/>
        <p:cNvGrpSpPr/>
        <p:nvPr/>
      </p:nvGrpSpPr>
      <p:grpSpPr>
        <a:xfrm>
          <a:off x="0" y="0"/>
          <a:ext cx="0" cy="0"/>
          <a:chOff x="0" y="0"/>
          <a:chExt cx="0" cy="0"/>
        </a:xfrm>
      </p:grpSpPr>
      <p:sp>
        <p:nvSpPr>
          <p:cNvPr id="121" name="Google Shape;121;p3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22" name="Google Shape;122;p32"/>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123" name="Google Shape;123;p32"/>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124" name="Google Shape;124;p32"/>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125" name="Google Shape;125;p32"/>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126" name="Google Shape;126;p3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7" name="Google Shape;127;p3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8" name="Google Shape;128;p3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None/>
              <a:defRPr/>
            </a:lvl1pPr>
            <a:lvl2pPr indent="0" lvl="1" marL="0" algn="r">
              <a:spcBef>
                <a:spcPts val="0"/>
              </a:spcBef>
              <a:spcAft>
                <a:spcPts val="0"/>
              </a:spcAft>
              <a:buNone/>
              <a:defRPr/>
            </a:lvl2pPr>
            <a:lvl3pPr indent="0" lvl="2" marL="0" algn="r">
              <a:spcBef>
                <a:spcPts val="0"/>
              </a:spcBef>
              <a:spcAft>
                <a:spcPts val="0"/>
              </a:spcAft>
              <a:buNone/>
              <a:defRPr/>
            </a:lvl3pPr>
            <a:lvl4pPr indent="0" lvl="3" marL="0" algn="r">
              <a:spcBef>
                <a:spcPts val="0"/>
              </a:spcBef>
              <a:spcAft>
                <a:spcPts val="0"/>
              </a:spcAft>
              <a:buNone/>
              <a:defRPr/>
            </a:lvl4pPr>
            <a:lvl5pPr indent="0" lvl="4" marL="0" algn="r">
              <a:spcBef>
                <a:spcPts val="0"/>
              </a:spcBef>
              <a:spcAft>
                <a:spcPts val="0"/>
              </a:spcAft>
              <a:buNone/>
              <a:defRPr/>
            </a:lvl5pPr>
            <a:lvl6pPr indent="0" lvl="5" marL="0" algn="r">
              <a:spcBef>
                <a:spcPts val="0"/>
              </a:spcBef>
              <a:spcAft>
                <a:spcPts val="0"/>
              </a:spcAft>
              <a:buNone/>
              <a:defRPr/>
            </a:lvl6pPr>
            <a:lvl7pPr indent="0" lvl="6" marL="0" algn="r">
              <a:spcBef>
                <a:spcPts val="0"/>
              </a:spcBef>
              <a:spcAft>
                <a:spcPts val="0"/>
              </a:spcAft>
              <a:buNone/>
              <a:defRPr/>
            </a:lvl7pPr>
            <a:lvl8pPr indent="0" lvl="7" marL="0" algn="r">
              <a:spcBef>
                <a:spcPts val="0"/>
              </a:spcBef>
              <a:spcAft>
                <a:spcPts val="0"/>
              </a:spcAft>
              <a:buNone/>
              <a:defRPr/>
            </a:lvl8pPr>
            <a:lvl9pPr indent="0" lvl="8" marL="0" algn="r">
              <a:spcBef>
                <a:spcPts val="0"/>
              </a:spcBef>
              <a:spcAft>
                <a:spcPts val="0"/>
              </a:spcAft>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29" name="Shape 129"/>
        <p:cNvGrpSpPr/>
        <p:nvPr/>
      </p:nvGrpSpPr>
      <p:grpSpPr>
        <a:xfrm>
          <a:off x="0" y="0"/>
          <a:ext cx="0" cy="0"/>
          <a:chOff x="0" y="0"/>
          <a:chExt cx="0" cy="0"/>
        </a:xfrm>
      </p:grpSpPr>
      <p:sp>
        <p:nvSpPr>
          <p:cNvPr id="130" name="Google Shape;130;p3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1" name="Google Shape;131;p3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2" name="Google Shape;132;p3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3" name="Google Shape;133;p3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None/>
              <a:defRPr/>
            </a:lvl1pPr>
            <a:lvl2pPr indent="0" lvl="1" marL="0" algn="r">
              <a:spcBef>
                <a:spcPts val="0"/>
              </a:spcBef>
              <a:spcAft>
                <a:spcPts val="0"/>
              </a:spcAft>
              <a:buNone/>
              <a:defRPr/>
            </a:lvl2pPr>
            <a:lvl3pPr indent="0" lvl="2" marL="0" algn="r">
              <a:spcBef>
                <a:spcPts val="0"/>
              </a:spcBef>
              <a:spcAft>
                <a:spcPts val="0"/>
              </a:spcAft>
              <a:buNone/>
              <a:defRPr/>
            </a:lvl3pPr>
            <a:lvl4pPr indent="0" lvl="3" marL="0" algn="r">
              <a:spcBef>
                <a:spcPts val="0"/>
              </a:spcBef>
              <a:spcAft>
                <a:spcPts val="0"/>
              </a:spcAft>
              <a:buNone/>
              <a:defRPr/>
            </a:lvl4pPr>
            <a:lvl5pPr indent="0" lvl="4" marL="0" algn="r">
              <a:spcBef>
                <a:spcPts val="0"/>
              </a:spcBef>
              <a:spcAft>
                <a:spcPts val="0"/>
              </a:spcAft>
              <a:buNone/>
              <a:defRPr/>
            </a:lvl5pPr>
            <a:lvl6pPr indent="0" lvl="5" marL="0" algn="r">
              <a:spcBef>
                <a:spcPts val="0"/>
              </a:spcBef>
              <a:spcAft>
                <a:spcPts val="0"/>
              </a:spcAft>
              <a:buNone/>
              <a:defRPr/>
            </a:lvl6pPr>
            <a:lvl7pPr indent="0" lvl="6" marL="0" algn="r">
              <a:spcBef>
                <a:spcPts val="0"/>
              </a:spcBef>
              <a:spcAft>
                <a:spcPts val="0"/>
              </a:spcAft>
              <a:buNone/>
              <a:defRPr/>
            </a:lvl7pPr>
            <a:lvl8pPr indent="0" lvl="7" marL="0" algn="r">
              <a:spcBef>
                <a:spcPts val="0"/>
              </a:spcBef>
              <a:spcAft>
                <a:spcPts val="0"/>
              </a:spcAft>
              <a:buNone/>
              <a:defRPr/>
            </a:lvl8pPr>
            <a:lvl9pPr indent="0" lvl="8" marL="0" algn="r">
              <a:spcBef>
                <a:spcPts val="0"/>
              </a:spcBef>
              <a:spcAft>
                <a:spcPts val="0"/>
              </a:spcAft>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34" name="Shape 134"/>
        <p:cNvGrpSpPr/>
        <p:nvPr/>
      </p:nvGrpSpPr>
      <p:grpSpPr>
        <a:xfrm>
          <a:off x="0" y="0"/>
          <a:ext cx="0" cy="0"/>
          <a:chOff x="0" y="0"/>
          <a:chExt cx="0" cy="0"/>
        </a:xfrm>
      </p:grpSpPr>
      <p:sp>
        <p:nvSpPr>
          <p:cNvPr id="135" name="Google Shape;135;p3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6" name="Google Shape;136;p3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7" name="Google Shape;137;p3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None/>
              <a:defRPr/>
            </a:lvl1pPr>
            <a:lvl2pPr indent="0" lvl="1" marL="0" algn="r">
              <a:spcBef>
                <a:spcPts val="0"/>
              </a:spcBef>
              <a:spcAft>
                <a:spcPts val="0"/>
              </a:spcAft>
              <a:buNone/>
              <a:defRPr/>
            </a:lvl2pPr>
            <a:lvl3pPr indent="0" lvl="2" marL="0" algn="r">
              <a:spcBef>
                <a:spcPts val="0"/>
              </a:spcBef>
              <a:spcAft>
                <a:spcPts val="0"/>
              </a:spcAft>
              <a:buNone/>
              <a:defRPr/>
            </a:lvl3pPr>
            <a:lvl4pPr indent="0" lvl="3" marL="0" algn="r">
              <a:spcBef>
                <a:spcPts val="0"/>
              </a:spcBef>
              <a:spcAft>
                <a:spcPts val="0"/>
              </a:spcAft>
              <a:buNone/>
              <a:defRPr/>
            </a:lvl4pPr>
            <a:lvl5pPr indent="0" lvl="4" marL="0" algn="r">
              <a:spcBef>
                <a:spcPts val="0"/>
              </a:spcBef>
              <a:spcAft>
                <a:spcPts val="0"/>
              </a:spcAft>
              <a:buNone/>
              <a:defRPr/>
            </a:lvl5pPr>
            <a:lvl6pPr indent="0" lvl="5" marL="0" algn="r">
              <a:spcBef>
                <a:spcPts val="0"/>
              </a:spcBef>
              <a:spcAft>
                <a:spcPts val="0"/>
              </a:spcAft>
              <a:buNone/>
              <a:defRPr/>
            </a:lvl6pPr>
            <a:lvl7pPr indent="0" lvl="6" marL="0" algn="r">
              <a:spcBef>
                <a:spcPts val="0"/>
              </a:spcBef>
              <a:spcAft>
                <a:spcPts val="0"/>
              </a:spcAft>
              <a:buNone/>
              <a:defRPr/>
            </a:lvl7pPr>
            <a:lvl8pPr indent="0" lvl="7" marL="0" algn="r">
              <a:spcBef>
                <a:spcPts val="0"/>
              </a:spcBef>
              <a:spcAft>
                <a:spcPts val="0"/>
              </a:spcAft>
              <a:buNone/>
              <a:defRPr/>
            </a:lvl8pPr>
            <a:lvl9pPr indent="0" lvl="8" marL="0" algn="r">
              <a:spcBef>
                <a:spcPts val="0"/>
              </a:spcBef>
              <a:spcAft>
                <a:spcPts val="0"/>
              </a:spcAft>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138" name="Shape 138"/>
        <p:cNvGrpSpPr/>
        <p:nvPr/>
      </p:nvGrpSpPr>
      <p:grpSpPr>
        <a:xfrm>
          <a:off x="0" y="0"/>
          <a:ext cx="0" cy="0"/>
          <a:chOff x="0" y="0"/>
          <a:chExt cx="0" cy="0"/>
        </a:xfrm>
      </p:grpSpPr>
      <p:sp>
        <p:nvSpPr>
          <p:cNvPr id="139" name="Google Shape;139;p35"/>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40" name="Google Shape;140;p35"/>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141" name="Google Shape;141;p35"/>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142" name="Google Shape;142;p3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3" name="Google Shape;143;p3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4" name="Google Shape;144;p3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None/>
              <a:defRPr/>
            </a:lvl1pPr>
            <a:lvl2pPr indent="0" lvl="1" marL="0" algn="r">
              <a:spcBef>
                <a:spcPts val="0"/>
              </a:spcBef>
              <a:spcAft>
                <a:spcPts val="0"/>
              </a:spcAft>
              <a:buNone/>
              <a:defRPr/>
            </a:lvl2pPr>
            <a:lvl3pPr indent="0" lvl="2" marL="0" algn="r">
              <a:spcBef>
                <a:spcPts val="0"/>
              </a:spcBef>
              <a:spcAft>
                <a:spcPts val="0"/>
              </a:spcAft>
              <a:buNone/>
              <a:defRPr/>
            </a:lvl3pPr>
            <a:lvl4pPr indent="0" lvl="3" marL="0" algn="r">
              <a:spcBef>
                <a:spcPts val="0"/>
              </a:spcBef>
              <a:spcAft>
                <a:spcPts val="0"/>
              </a:spcAft>
              <a:buNone/>
              <a:defRPr/>
            </a:lvl4pPr>
            <a:lvl5pPr indent="0" lvl="4" marL="0" algn="r">
              <a:spcBef>
                <a:spcPts val="0"/>
              </a:spcBef>
              <a:spcAft>
                <a:spcPts val="0"/>
              </a:spcAft>
              <a:buNone/>
              <a:defRPr/>
            </a:lvl5pPr>
            <a:lvl6pPr indent="0" lvl="5" marL="0" algn="r">
              <a:spcBef>
                <a:spcPts val="0"/>
              </a:spcBef>
              <a:spcAft>
                <a:spcPts val="0"/>
              </a:spcAft>
              <a:buNone/>
              <a:defRPr/>
            </a:lvl6pPr>
            <a:lvl7pPr indent="0" lvl="6" marL="0" algn="r">
              <a:spcBef>
                <a:spcPts val="0"/>
              </a:spcBef>
              <a:spcAft>
                <a:spcPts val="0"/>
              </a:spcAft>
              <a:buNone/>
              <a:defRPr/>
            </a:lvl7pPr>
            <a:lvl8pPr indent="0" lvl="7" marL="0" algn="r">
              <a:spcBef>
                <a:spcPts val="0"/>
              </a:spcBef>
              <a:spcAft>
                <a:spcPts val="0"/>
              </a:spcAft>
              <a:buNone/>
              <a:defRPr/>
            </a:lvl8pPr>
            <a:lvl9pPr indent="0" lvl="8" marL="0" algn="r">
              <a:spcBef>
                <a:spcPts val="0"/>
              </a:spcBef>
              <a:spcAft>
                <a:spcPts val="0"/>
              </a:spcAft>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45" name="Shape 145"/>
        <p:cNvGrpSpPr/>
        <p:nvPr/>
      </p:nvGrpSpPr>
      <p:grpSpPr>
        <a:xfrm>
          <a:off x="0" y="0"/>
          <a:ext cx="0" cy="0"/>
          <a:chOff x="0" y="0"/>
          <a:chExt cx="0" cy="0"/>
        </a:xfrm>
      </p:grpSpPr>
      <p:sp>
        <p:nvSpPr>
          <p:cNvPr id="146" name="Google Shape;146;p36"/>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47" name="Google Shape;147;p36"/>
          <p:cNvSpPr/>
          <p:nvPr>
            <p:ph idx="2" type="pic"/>
          </p:nvPr>
        </p:nvSpPr>
        <p:spPr>
          <a:xfrm>
            <a:off x="1792288" y="612775"/>
            <a:ext cx="5486400" cy="4114800"/>
          </a:xfrm>
          <a:prstGeom prst="rect">
            <a:avLst/>
          </a:prstGeom>
          <a:noFill/>
          <a:ln>
            <a:noFill/>
          </a:ln>
        </p:spPr>
      </p:sp>
      <p:sp>
        <p:nvSpPr>
          <p:cNvPr id="148" name="Google Shape;148;p36"/>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149" name="Google Shape;149;p3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0" name="Google Shape;150;p3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1" name="Google Shape;151;p3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None/>
              <a:defRPr/>
            </a:lvl1pPr>
            <a:lvl2pPr indent="0" lvl="1" marL="0" algn="r">
              <a:spcBef>
                <a:spcPts val="0"/>
              </a:spcBef>
              <a:spcAft>
                <a:spcPts val="0"/>
              </a:spcAft>
              <a:buNone/>
              <a:defRPr/>
            </a:lvl2pPr>
            <a:lvl3pPr indent="0" lvl="2" marL="0" algn="r">
              <a:spcBef>
                <a:spcPts val="0"/>
              </a:spcBef>
              <a:spcAft>
                <a:spcPts val="0"/>
              </a:spcAft>
              <a:buNone/>
              <a:defRPr/>
            </a:lvl3pPr>
            <a:lvl4pPr indent="0" lvl="3" marL="0" algn="r">
              <a:spcBef>
                <a:spcPts val="0"/>
              </a:spcBef>
              <a:spcAft>
                <a:spcPts val="0"/>
              </a:spcAft>
              <a:buNone/>
              <a:defRPr/>
            </a:lvl4pPr>
            <a:lvl5pPr indent="0" lvl="4" marL="0" algn="r">
              <a:spcBef>
                <a:spcPts val="0"/>
              </a:spcBef>
              <a:spcAft>
                <a:spcPts val="0"/>
              </a:spcAft>
              <a:buNone/>
              <a:defRPr/>
            </a:lvl5pPr>
            <a:lvl6pPr indent="0" lvl="5" marL="0" algn="r">
              <a:spcBef>
                <a:spcPts val="0"/>
              </a:spcBef>
              <a:spcAft>
                <a:spcPts val="0"/>
              </a:spcAft>
              <a:buNone/>
              <a:defRPr/>
            </a:lvl6pPr>
            <a:lvl7pPr indent="0" lvl="6" marL="0" algn="r">
              <a:spcBef>
                <a:spcPts val="0"/>
              </a:spcBef>
              <a:spcAft>
                <a:spcPts val="0"/>
              </a:spcAft>
              <a:buNone/>
              <a:defRPr/>
            </a:lvl7pPr>
            <a:lvl8pPr indent="0" lvl="7" marL="0" algn="r">
              <a:spcBef>
                <a:spcPts val="0"/>
              </a:spcBef>
              <a:spcAft>
                <a:spcPts val="0"/>
              </a:spcAft>
              <a:buNone/>
              <a:defRPr/>
            </a:lvl8pPr>
            <a:lvl9pPr indent="0" lvl="8" marL="0" algn="r">
              <a:spcBef>
                <a:spcPts val="0"/>
              </a:spcBef>
              <a:spcAft>
                <a:spcPts val="0"/>
              </a:spcAft>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52" name="Shape 152"/>
        <p:cNvGrpSpPr/>
        <p:nvPr/>
      </p:nvGrpSpPr>
      <p:grpSpPr>
        <a:xfrm>
          <a:off x="0" y="0"/>
          <a:ext cx="0" cy="0"/>
          <a:chOff x="0" y="0"/>
          <a:chExt cx="0" cy="0"/>
        </a:xfrm>
      </p:grpSpPr>
      <p:sp>
        <p:nvSpPr>
          <p:cNvPr id="153" name="Google Shape;153;p3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54" name="Google Shape;154;p37"/>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155" name="Google Shape;155;p3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6" name="Google Shape;156;p3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7" name="Google Shape;157;p3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None/>
              <a:defRPr/>
            </a:lvl1pPr>
            <a:lvl2pPr indent="0" lvl="1" marL="0" algn="r">
              <a:spcBef>
                <a:spcPts val="0"/>
              </a:spcBef>
              <a:spcAft>
                <a:spcPts val="0"/>
              </a:spcAft>
              <a:buNone/>
              <a:defRPr/>
            </a:lvl2pPr>
            <a:lvl3pPr indent="0" lvl="2" marL="0" algn="r">
              <a:spcBef>
                <a:spcPts val="0"/>
              </a:spcBef>
              <a:spcAft>
                <a:spcPts val="0"/>
              </a:spcAft>
              <a:buNone/>
              <a:defRPr/>
            </a:lvl3pPr>
            <a:lvl4pPr indent="0" lvl="3" marL="0" algn="r">
              <a:spcBef>
                <a:spcPts val="0"/>
              </a:spcBef>
              <a:spcAft>
                <a:spcPts val="0"/>
              </a:spcAft>
              <a:buNone/>
              <a:defRPr/>
            </a:lvl4pPr>
            <a:lvl5pPr indent="0" lvl="4" marL="0" algn="r">
              <a:spcBef>
                <a:spcPts val="0"/>
              </a:spcBef>
              <a:spcAft>
                <a:spcPts val="0"/>
              </a:spcAft>
              <a:buNone/>
              <a:defRPr/>
            </a:lvl5pPr>
            <a:lvl6pPr indent="0" lvl="5" marL="0" algn="r">
              <a:spcBef>
                <a:spcPts val="0"/>
              </a:spcBef>
              <a:spcAft>
                <a:spcPts val="0"/>
              </a:spcAft>
              <a:buNone/>
              <a:defRPr/>
            </a:lvl6pPr>
            <a:lvl7pPr indent="0" lvl="6" marL="0" algn="r">
              <a:spcBef>
                <a:spcPts val="0"/>
              </a:spcBef>
              <a:spcAft>
                <a:spcPts val="0"/>
              </a:spcAft>
              <a:buNone/>
              <a:defRPr/>
            </a:lvl7pPr>
            <a:lvl8pPr indent="0" lvl="7" marL="0" algn="r">
              <a:spcBef>
                <a:spcPts val="0"/>
              </a:spcBef>
              <a:spcAft>
                <a:spcPts val="0"/>
              </a:spcAft>
              <a:buNone/>
              <a:defRPr/>
            </a:lvl8pPr>
            <a:lvl9pPr indent="0" lvl="8" marL="0" algn="r">
              <a:spcBef>
                <a:spcPts val="0"/>
              </a:spcBef>
              <a:spcAft>
                <a:spcPts val="0"/>
              </a:spcAft>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58" name="Shape 158"/>
        <p:cNvGrpSpPr/>
        <p:nvPr/>
      </p:nvGrpSpPr>
      <p:grpSpPr>
        <a:xfrm>
          <a:off x="0" y="0"/>
          <a:ext cx="0" cy="0"/>
          <a:chOff x="0" y="0"/>
          <a:chExt cx="0" cy="0"/>
        </a:xfrm>
      </p:grpSpPr>
      <p:sp>
        <p:nvSpPr>
          <p:cNvPr id="159" name="Google Shape;159;p38"/>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60" name="Google Shape;160;p38"/>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161" name="Google Shape;161;p3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2" name="Google Shape;162;p3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3" name="Google Shape;163;p3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None/>
              <a:defRPr/>
            </a:lvl1pPr>
            <a:lvl2pPr indent="0" lvl="1" marL="0" algn="r">
              <a:spcBef>
                <a:spcPts val="0"/>
              </a:spcBef>
              <a:spcAft>
                <a:spcPts val="0"/>
              </a:spcAft>
              <a:buNone/>
              <a:defRPr/>
            </a:lvl2pPr>
            <a:lvl3pPr indent="0" lvl="2" marL="0" algn="r">
              <a:spcBef>
                <a:spcPts val="0"/>
              </a:spcBef>
              <a:spcAft>
                <a:spcPts val="0"/>
              </a:spcAft>
              <a:buNone/>
              <a:defRPr/>
            </a:lvl3pPr>
            <a:lvl4pPr indent="0" lvl="3" marL="0" algn="r">
              <a:spcBef>
                <a:spcPts val="0"/>
              </a:spcBef>
              <a:spcAft>
                <a:spcPts val="0"/>
              </a:spcAft>
              <a:buNone/>
              <a:defRPr/>
            </a:lvl4pPr>
            <a:lvl5pPr indent="0" lvl="4" marL="0" algn="r">
              <a:spcBef>
                <a:spcPts val="0"/>
              </a:spcBef>
              <a:spcAft>
                <a:spcPts val="0"/>
              </a:spcAft>
              <a:buNone/>
              <a:defRPr/>
            </a:lvl5pPr>
            <a:lvl6pPr indent="0" lvl="5" marL="0" algn="r">
              <a:spcBef>
                <a:spcPts val="0"/>
              </a:spcBef>
              <a:spcAft>
                <a:spcPts val="0"/>
              </a:spcAft>
              <a:buNone/>
              <a:defRPr/>
            </a:lvl6pPr>
            <a:lvl7pPr indent="0" lvl="6" marL="0" algn="r">
              <a:spcBef>
                <a:spcPts val="0"/>
              </a:spcBef>
              <a:spcAft>
                <a:spcPts val="0"/>
              </a:spcAft>
              <a:buNone/>
              <a:defRPr/>
            </a:lvl7pPr>
            <a:lvl8pPr indent="0" lvl="7" marL="0" algn="r">
              <a:spcBef>
                <a:spcPts val="0"/>
              </a:spcBef>
              <a:spcAft>
                <a:spcPts val="0"/>
              </a:spcAft>
              <a:buNone/>
              <a:defRPr/>
            </a:lvl8pPr>
            <a:lvl9pPr indent="0" lvl="8" marL="0" algn="r">
              <a:spcBef>
                <a:spcPts val="0"/>
              </a:spcBef>
              <a:spcAft>
                <a:spcPts val="0"/>
              </a:spcAft>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70" name="Shape 170"/>
        <p:cNvGrpSpPr/>
        <p:nvPr/>
      </p:nvGrpSpPr>
      <p:grpSpPr>
        <a:xfrm>
          <a:off x="0" y="0"/>
          <a:ext cx="0" cy="0"/>
          <a:chOff x="0" y="0"/>
          <a:chExt cx="0" cy="0"/>
        </a:xfrm>
      </p:grpSpPr>
      <p:sp>
        <p:nvSpPr>
          <p:cNvPr id="171" name="Google Shape;171;p40"/>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2" name="Google Shape;172;p40"/>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73" name="Google Shape;173;p4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4" name="Google Shape;174;p4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5" name="Google Shape;175;p4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None/>
              <a:defRPr/>
            </a:lvl1pPr>
            <a:lvl2pPr indent="0" lvl="1" marL="0" algn="r">
              <a:spcBef>
                <a:spcPts val="0"/>
              </a:spcBef>
              <a:spcAft>
                <a:spcPts val="0"/>
              </a:spcAft>
              <a:buNone/>
              <a:defRPr/>
            </a:lvl2pPr>
            <a:lvl3pPr indent="0" lvl="2" marL="0" algn="r">
              <a:spcBef>
                <a:spcPts val="0"/>
              </a:spcBef>
              <a:spcAft>
                <a:spcPts val="0"/>
              </a:spcAft>
              <a:buNone/>
              <a:defRPr/>
            </a:lvl3pPr>
            <a:lvl4pPr indent="0" lvl="3" marL="0" algn="r">
              <a:spcBef>
                <a:spcPts val="0"/>
              </a:spcBef>
              <a:spcAft>
                <a:spcPts val="0"/>
              </a:spcAft>
              <a:buNone/>
              <a:defRPr/>
            </a:lvl4pPr>
            <a:lvl5pPr indent="0" lvl="4" marL="0" algn="r">
              <a:spcBef>
                <a:spcPts val="0"/>
              </a:spcBef>
              <a:spcAft>
                <a:spcPts val="0"/>
              </a:spcAft>
              <a:buNone/>
              <a:defRPr/>
            </a:lvl5pPr>
            <a:lvl6pPr indent="0" lvl="5" marL="0" algn="r">
              <a:spcBef>
                <a:spcPts val="0"/>
              </a:spcBef>
              <a:spcAft>
                <a:spcPts val="0"/>
              </a:spcAft>
              <a:buNone/>
              <a:defRPr/>
            </a:lvl6pPr>
            <a:lvl7pPr indent="0" lvl="6" marL="0" algn="r">
              <a:spcBef>
                <a:spcPts val="0"/>
              </a:spcBef>
              <a:spcAft>
                <a:spcPts val="0"/>
              </a:spcAft>
              <a:buNone/>
              <a:defRPr/>
            </a:lvl7pPr>
            <a:lvl8pPr indent="0" lvl="7" marL="0" algn="r">
              <a:spcBef>
                <a:spcPts val="0"/>
              </a:spcBef>
              <a:spcAft>
                <a:spcPts val="0"/>
              </a:spcAft>
              <a:buNone/>
              <a:defRPr/>
            </a:lvl8pPr>
            <a:lvl9pPr indent="0" lvl="8" marL="0" algn="r">
              <a:spcBef>
                <a:spcPts val="0"/>
              </a:spcBef>
              <a:spcAft>
                <a:spcPts val="0"/>
              </a:spcAft>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76" name="Shape 176"/>
        <p:cNvGrpSpPr/>
        <p:nvPr/>
      </p:nvGrpSpPr>
      <p:grpSpPr>
        <a:xfrm>
          <a:off x="0" y="0"/>
          <a:ext cx="0" cy="0"/>
          <a:chOff x="0" y="0"/>
          <a:chExt cx="0" cy="0"/>
        </a:xfrm>
      </p:grpSpPr>
      <p:sp>
        <p:nvSpPr>
          <p:cNvPr id="177" name="Google Shape;177;p4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8" name="Google Shape;178;p4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179" name="Google Shape;179;p4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0" name="Google Shape;180;p4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1" name="Google Shape;181;p4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None/>
              <a:defRPr/>
            </a:lvl1pPr>
            <a:lvl2pPr indent="0" lvl="1" marL="0" algn="r">
              <a:spcBef>
                <a:spcPts val="0"/>
              </a:spcBef>
              <a:spcAft>
                <a:spcPts val="0"/>
              </a:spcAft>
              <a:buNone/>
              <a:defRPr/>
            </a:lvl2pPr>
            <a:lvl3pPr indent="0" lvl="2" marL="0" algn="r">
              <a:spcBef>
                <a:spcPts val="0"/>
              </a:spcBef>
              <a:spcAft>
                <a:spcPts val="0"/>
              </a:spcAft>
              <a:buNone/>
              <a:defRPr/>
            </a:lvl3pPr>
            <a:lvl4pPr indent="0" lvl="3" marL="0" algn="r">
              <a:spcBef>
                <a:spcPts val="0"/>
              </a:spcBef>
              <a:spcAft>
                <a:spcPts val="0"/>
              </a:spcAft>
              <a:buNone/>
              <a:defRPr/>
            </a:lvl4pPr>
            <a:lvl5pPr indent="0" lvl="4" marL="0" algn="r">
              <a:spcBef>
                <a:spcPts val="0"/>
              </a:spcBef>
              <a:spcAft>
                <a:spcPts val="0"/>
              </a:spcAft>
              <a:buNone/>
              <a:defRPr/>
            </a:lvl5pPr>
            <a:lvl6pPr indent="0" lvl="5" marL="0" algn="r">
              <a:spcBef>
                <a:spcPts val="0"/>
              </a:spcBef>
              <a:spcAft>
                <a:spcPts val="0"/>
              </a:spcAft>
              <a:buNone/>
              <a:defRPr/>
            </a:lvl6pPr>
            <a:lvl7pPr indent="0" lvl="6" marL="0" algn="r">
              <a:spcBef>
                <a:spcPts val="0"/>
              </a:spcBef>
              <a:spcAft>
                <a:spcPts val="0"/>
              </a:spcAft>
              <a:buNone/>
              <a:defRPr/>
            </a:lvl7pPr>
            <a:lvl8pPr indent="0" lvl="7" marL="0" algn="r">
              <a:spcBef>
                <a:spcPts val="0"/>
              </a:spcBef>
              <a:spcAft>
                <a:spcPts val="0"/>
              </a:spcAft>
              <a:buNone/>
              <a:defRPr/>
            </a:lvl8pPr>
            <a:lvl9pPr indent="0" lvl="8" marL="0" algn="r">
              <a:spcBef>
                <a:spcPts val="0"/>
              </a:spcBef>
              <a:spcAft>
                <a:spcPts val="0"/>
              </a:spcAft>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82" name="Shape 182"/>
        <p:cNvGrpSpPr/>
        <p:nvPr/>
      </p:nvGrpSpPr>
      <p:grpSpPr>
        <a:xfrm>
          <a:off x="0" y="0"/>
          <a:ext cx="0" cy="0"/>
          <a:chOff x="0" y="0"/>
          <a:chExt cx="0" cy="0"/>
        </a:xfrm>
      </p:grpSpPr>
      <p:sp>
        <p:nvSpPr>
          <p:cNvPr id="183" name="Google Shape;183;p42"/>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84" name="Google Shape;184;p42"/>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185" name="Google Shape;185;p4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6" name="Google Shape;186;p4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7" name="Google Shape;187;p4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None/>
              <a:defRPr/>
            </a:lvl1pPr>
            <a:lvl2pPr indent="0" lvl="1" marL="0" algn="r">
              <a:spcBef>
                <a:spcPts val="0"/>
              </a:spcBef>
              <a:spcAft>
                <a:spcPts val="0"/>
              </a:spcAft>
              <a:buNone/>
              <a:defRPr/>
            </a:lvl2pPr>
            <a:lvl3pPr indent="0" lvl="2" marL="0" algn="r">
              <a:spcBef>
                <a:spcPts val="0"/>
              </a:spcBef>
              <a:spcAft>
                <a:spcPts val="0"/>
              </a:spcAft>
              <a:buNone/>
              <a:defRPr/>
            </a:lvl3pPr>
            <a:lvl4pPr indent="0" lvl="3" marL="0" algn="r">
              <a:spcBef>
                <a:spcPts val="0"/>
              </a:spcBef>
              <a:spcAft>
                <a:spcPts val="0"/>
              </a:spcAft>
              <a:buNone/>
              <a:defRPr/>
            </a:lvl4pPr>
            <a:lvl5pPr indent="0" lvl="4" marL="0" algn="r">
              <a:spcBef>
                <a:spcPts val="0"/>
              </a:spcBef>
              <a:spcAft>
                <a:spcPts val="0"/>
              </a:spcAft>
              <a:buNone/>
              <a:defRPr/>
            </a:lvl5pPr>
            <a:lvl6pPr indent="0" lvl="5" marL="0" algn="r">
              <a:spcBef>
                <a:spcPts val="0"/>
              </a:spcBef>
              <a:spcAft>
                <a:spcPts val="0"/>
              </a:spcAft>
              <a:buNone/>
              <a:defRPr/>
            </a:lvl6pPr>
            <a:lvl7pPr indent="0" lvl="6" marL="0" algn="r">
              <a:spcBef>
                <a:spcPts val="0"/>
              </a:spcBef>
              <a:spcAft>
                <a:spcPts val="0"/>
              </a:spcAft>
              <a:buNone/>
              <a:defRPr/>
            </a:lvl7pPr>
            <a:lvl8pPr indent="0" lvl="7" marL="0" algn="r">
              <a:spcBef>
                <a:spcPts val="0"/>
              </a:spcBef>
              <a:spcAft>
                <a:spcPts val="0"/>
              </a:spcAft>
              <a:buNone/>
              <a:defRPr/>
            </a:lvl8pPr>
            <a:lvl9pPr indent="0" lvl="8" marL="0" algn="r">
              <a:spcBef>
                <a:spcPts val="0"/>
              </a:spcBef>
              <a:spcAft>
                <a:spcPts val="0"/>
              </a:spcAft>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188" name="Shape 188"/>
        <p:cNvGrpSpPr/>
        <p:nvPr/>
      </p:nvGrpSpPr>
      <p:grpSpPr>
        <a:xfrm>
          <a:off x="0" y="0"/>
          <a:ext cx="0" cy="0"/>
          <a:chOff x="0" y="0"/>
          <a:chExt cx="0" cy="0"/>
        </a:xfrm>
      </p:grpSpPr>
      <p:sp>
        <p:nvSpPr>
          <p:cNvPr id="189" name="Google Shape;189;p4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0" name="Google Shape;190;p43"/>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191" name="Google Shape;191;p43"/>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192" name="Google Shape;192;p4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3" name="Google Shape;193;p4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4" name="Google Shape;194;p4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None/>
              <a:defRPr/>
            </a:lvl1pPr>
            <a:lvl2pPr indent="0" lvl="1" marL="0" algn="r">
              <a:spcBef>
                <a:spcPts val="0"/>
              </a:spcBef>
              <a:spcAft>
                <a:spcPts val="0"/>
              </a:spcAft>
              <a:buNone/>
              <a:defRPr/>
            </a:lvl2pPr>
            <a:lvl3pPr indent="0" lvl="2" marL="0" algn="r">
              <a:spcBef>
                <a:spcPts val="0"/>
              </a:spcBef>
              <a:spcAft>
                <a:spcPts val="0"/>
              </a:spcAft>
              <a:buNone/>
              <a:defRPr/>
            </a:lvl3pPr>
            <a:lvl4pPr indent="0" lvl="3" marL="0" algn="r">
              <a:spcBef>
                <a:spcPts val="0"/>
              </a:spcBef>
              <a:spcAft>
                <a:spcPts val="0"/>
              </a:spcAft>
              <a:buNone/>
              <a:defRPr/>
            </a:lvl4pPr>
            <a:lvl5pPr indent="0" lvl="4" marL="0" algn="r">
              <a:spcBef>
                <a:spcPts val="0"/>
              </a:spcBef>
              <a:spcAft>
                <a:spcPts val="0"/>
              </a:spcAft>
              <a:buNone/>
              <a:defRPr/>
            </a:lvl5pPr>
            <a:lvl6pPr indent="0" lvl="5" marL="0" algn="r">
              <a:spcBef>
                <a:spcPts val="0"/>
              </a:spcBef>
              <a:spcAft>
                <a:spcPts val="0"/>
              </a:spcAft>
              <a:buNone/>
              <a:defRPr/>
            </a:lvl6pPr>
            <a:lvl7pPr indent="0" lvl="6" marL="0" algn="r">
              <a:spcBef>
                <a:spcPts val="0"/>
              </a:spcBef>
              <a:spcAft>
                <a:spcPts val="0"/>
              </a:spcAft>
              <a:buNone/>
              <a:defRPr/>
            </a:lvl7pPr>
            <a:lvl8pPr indent="0" lvl="7" marL="0" algn="r">
              <a:spcBef>
                <a:spcPts val="0"/>
              </a:spcBef>
              <a:spcAft>
                <a:spcPts val="0"/>
              </a:spcAft>
              <a:buNone/>
              <a:defRPr/>
            </a:lvl8pPr>
            <a:lvl9pPr indent="0" lvl="8" marL="0" algn="r">
              <a:spcBef>
                <a:spcPts val="0"/>
              </a:spcBef>
              <a:spcAft>
                <a:spcPts val="0"/>
              </a:spcAft>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195" name="Shape 195"/>
        <p:cNvGrpSpPr/>
        <p:nvPr/>
      </p:nvGrpSpPr>
      <p:grpSpPr>
        <a:xfrm>
          <a:off x="0" y="0"/>
          <a:ext cx="0" cy="0"/>
          <a:chOff x="0" y="0"/>
          <a:chExt cx="0" cy="0"/>
        </a:xfrm>
      </p:grpSpPr>
      <p:sp>
        <p:nvSpPr>
          <p:cNvPr id="196" name="Google Shape;196;p4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7" name="Google Shape;197;p44"/>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198" name="Google Shape;198;p44"/>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199" name="Google Shape;199;p44"/>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200" name="Google Shape;200;p44"/>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201" name="Google Shape;201;p4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2" name="Google Shape;202;p4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3" name="Google Shape;203;p4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None/>
              <a:defRPr/>
            </a:lvl1pPr>
            <a:lvl2pPr indent="0" lvl="1" marL="0" algn="r">
              <a:spcBef>
                <a:spcPts val="0"/>
              </a:spcBef>
              <a:spcAft>
                <a:spcPts val="0"/>
              </a:spcAft>
              <a:buNone/>
              <a:defRPr/>
            </a:lvl2pPr>
            <a:lvl3pPr indent="0" lvl="2" marL="0" algn="r">
              <a:spcBef>
                <a:spcPts val="0"/>
              </a:spcBef>
              <a:spcAft>
                <a:spcPts val="0"/>
              </a:spcAft>
              <a:buNone/>
              <a:defRPr/>
            </a:lvl3pPr>
            <a:lvl4pPr indent="0" lvl="3" marL="0" algn="r">
              <a:spcBef>
                <a:spcPts val="0"/>
              </a:spcBef>
              <a:spcAft>
                <a:spcPts val="0"/>
              </a:spcAft>
              <a:buNone/>
              <a:defRPr/>
            </a:lvl4pPr>
            <a:lvl5pPr indent="0" lvl="4" marL="0" algn="r">
              <a:spcBef>
                <a:spcPts val="0"/>
              </a:spcBef>
              <a:spcAft>
                <a:spcPts val="0"/>
              </a:spcAft>
              <a:buNone/>
              <a:defRPr/>
            </a:lvl5pPr>
            <a:lvl6pPr indent="0" lvl="5" marL="0" algn="r">
              <a:spcBef>
                <a:spcPts val="0"/>
              </a:spcBef>
              <a:spcAft>
                <a:spcPts val="0"/>
              </a:spcAft>
              <a:buNone/>
              <a:defRPr/>
            </a:lvl6pPr>
            <a:lvl7pPr indent="0" lvl="6" marL="0" algn="r">
              <a:spcBef>
                <a:spcPts val="0"/>
              </a:spcBef>
              <a:spcAft>
                <a:spcPts val="0"/>
              </a:spcAft>
              <a:buNone/>
              <a:defRPr/>
            </a:lvl7pPr>
            <a:lvl8pPr indent="0" lvl="7" marL="0" algn="r">
              <a:spcBef>
                <a:spcPts val="0"/>
              </a:spcBef>
              <a:spcAft>
                <a:spcPts val="0"/>
              </a:spcAft>
              <a:buNone/>
              <a:defRPr/>
            </a:lvl8pPr>
            <a:lvl9pPr indent="0" lvl="8" marL="0" algn="r">
              <a:spcBef>
                <a:spcPts val="0"/>
              </a:spcBef>
              <a:spcAft>
                <a:spcPts val="0"/>
              </a:spcAft>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04" name="Shape 204"/>
        <p:cNvGrpSpPr/>
        <p:nvPr/>
      </p:nvGrpSpPr>
      <p:grpSpPr>
        <a:xfrm>
          <a:off x="0" y="0"/>
          <a:ext cx="0" cy="0"/>
          <a:chOff x="0" y="0"/>
          <a:chExt cx="0" cy="0"/>
        </a:xfrm>
      </p:grpSpPr>
      <p:sp>
        <p:nvSpPr>
          <p:cNvPr id="205" name="Google Shape;205;p4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06" name="Google Shape;206;p4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7" name="Google Shape;207;p4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8" name="Google Shape;208;p4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None/>
              <a:defRPr/>
            </a:lvl1pPr>
            <a:lvl2pPr indent="0" lvl="1" marL="0" algn="r">
              <a:spcBef>
                <a:spcPts val="0"/>
              </a:spcBef>
              <a:spcAft>
                <a:spcPts val="0"/>
              </a:spcAft>
              <a:buNone/>
              <a:defRPr/>
            </a:lvl2pPr>
            <a:lvl3pPr indent="0" lvl="2" marL="0" algn="r">
              <a:spcBef>
                <a:spcPts val="0"/>
              </a:spcBef>
              <a:spcAft>
                <a:spcPts val="0"/>
              </a:spcAft>
              <a:buNone/>
              <a:defRPr/>
            </a:lvl3pPr>
            <a:lvl4pPr indent="0" lvl="3" marL="0" algn="r">
              <a:spcBef>
                <a:spcPts val="0"/>
              </a:spcBef>
              <a:spcAft>
                <a:spcPts val="0"/>
              </a:spcAft>
              <a:buNone/>
              <a:defRPr/>
            </a:lvl4pPr>
            <a:lvl5pPr indent="0" lvl="4" marL="0" algn="r">
              <a:spcBef>
                <a:spcPts val="0"/>
              </a:spcBef>
              <a:spcAft>
                <a:spcPts val="0"/>
              </a:spcAft>
              <a:buNone/>
              <a:defRPr/>
            </a:lvl5pPr>
            <a:lvl6pPr indent="0" lvl="5" marL="0" algn="r">
              <a:spcBef>
                <a:spcPts val="0"/>
              </a:spcBef>
              <a:spcAft>
                <a:spcPts val="0"/>
              </a:spcAft>
              <a:buNone/>
              <a:defRPr/>
            </a:lvl6pPr>
            <a:lvl7pPr indent="0" lvl="6" marL="0" algn="r">
              <a:spcBef>
                <a:spcPts val="0"/>
              </a:spcBef>
              <a:spcAft>
                <a:spcPts val="0"/>
              </a:spcAft>
              <a:buNone/>
              <a:defRPr/>
            </a:lvl7pPr>
            <a:lvl8pPr indent="0" lvl="7" marL="0" algn="r">
              <a:spcBef>
                <a:spcPts val="0"/>
              </a:spcBef>
              <a:spcAft>
                <a:spcPts val="0"/>
              </a:spcAft>
              <a:buNone/>
              <a:defRPr/>
            </a:lvl8pPr>
            <a:lvl9pPr indent="0" lvl="8" marL="0" algn="r">
              <a:spcBef>
                <a:spcPts val="0"/>
              </a:spcBef>
              <a:spcAft>
                <a:spcPts val="0"/>
              </a:spcAft>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09" name="Shape 209"/>
        <p:cNvGrpSpPr/>
        <p:nvPr/>
      </p:nvGrpSpPr>
      <p:grpSpPr>
        <a:xfrm>
          <a:off x="0" y="0"/>
          <a:ext cx="0" cy="0"/>
          <a:chOff x="0" y="0"/>
          <a:chExt cx="0" cy="0"/>
        </a:xfrm>
      </p:grpSpPr>
      <p:sp>
        <p:nvSpPr>
          <p:cNvPr id="210" name="Google Shape;210;p4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1" name="Google Shape;211;p4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2" name="Google Shape;212;p4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None/>
              <a:defRPr/>
            </a:lvl1pPr>
            <a:lvl2pPr indent="0" lvl="1" marL="0" algn="r">
              <a:spcBef>
                <a:spcPts val="0"/>
              </a:spcBef>
              <a:spcAft>
                <a:spcPts val="0"/>
              </a:spcAft>
              <a:buNone/>
              <a:defRPr/>
            </a:lvl2pPr>
            <a:lvl3pPr indent="0" lvl="2" marL="0" algn="r">
              <a:spcBef>
                <a:spcPts val="0"/>
              </a:spcBef>
              <a:spcAft>
                <a:spcPts val="0"/>
              </a:spcAft>
              <a:buNone/>
              <a:defRPr/>
            </a:lvl3pPr>
            <a:lvl4pPr indent="0" lvl="3" marL="0" algn="r">
              <a:spcBef>
                <a:spcPts val="0"/>
              </a:spcBef>
              <a:spcAft>
                <a:spcPts val="0"/>
              </a:spcAft>
              <a:buNone/>
              <a:defRPr/>
            </a:lvl4pPr>
            <a:lvl5pPr indent="0" lvl="4" marL="0" algn="r">
              <a:spcBef>
                <a:spcPts val="0"/>
              </a:spcBef>
              <a:spcAft>
                <a:spcPts val="0"/>
              </a:spcAft>
              <a:buNone/>
              <a:defRPr/>
            </a:lvl5pPr>
            <a:lvl6pPr indent="0" lvl="5" marL="0" algn="r">
              <a:spcBef>
                <a:spcPts val="0"/>
              </a:spcBef>
              <a:spcAft>
                <a:spcPts val="0"/>
              </a:spcAft>
              <a:buNone/>
              <a:defRPr/>
            </a:lvl6pPr>
            <a:lvl7pPr indent="0" lvl="6" marL="0" algn="r">
              <a:spcBef>
                <a:spcPts val="0"/>
              </a:spcBef>
              <a:spcAft>
                <a:spcPts val="0"/>
              </a:spcAft>
              <a:buNone/>
              <a:defRPr/>
            </a:lvl7pPr>
            <a:lvl8pPr indent="0" lvl="7" marL="0" algn="r">
              <a:spcBef>
                <a:spcPts val="0"/>
              </a:spcBef>
              <a:spcAft>
                <a:spcPts val="0"/>
              </a:spcAft>
              <a:buNone/>
              <a:defRPr/>
            </a:lvl8pPr>
            <a:lvl9pPr indent="0" lvl="8" marL="0" algn="r">
              <a:spcBef>
                <a:spcPts val="0"/>
              </a:spcBef>
              <a:spcAft>
                <a:spcPts val="0"/>
              </a:spcAft>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213" name="Shape 213"/>
        <p:cNvGrpSpPr/>
        <p:nvPr/>
      </p:nvGrpSpPr>
      <p:grpSpPr>
        <a:xfrm>
          <a:off x="0" y="0"/>
          <a:ext cx="0" cy="0"/>
          <a:chOff x="0" y="0"/>
          <a:chExt cx="0" cy="0"/>
        </a:xfrm>
      </p:grpSpPr>
      <p:sp>
        <p:nvSpPr>
          <p:cNvPr id="214" name="Google Shape;214;p47"/>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5" name="Google Shape;215;p47"/>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216" name="Google Shape;216;p47"/>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217" name="Google Shape;217;p4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8" name="Google Shape;218;p4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9" name="Google Shape;219;p4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None/>
              <a:defRPr/>
            </a:lvl1pPr>
            <a:lvl2pPr indent="0" lvl="1" marL="0" algn="r">
              <a:spcBef>
                <a:spcPts val="0"/>
              </a:spcBef>
              <a:spcAft>
                <a:spcPts val="0"/>
              </a:spcAft>
              <a:buNone/>
              <a:defRPr/>
            </a:lvl2pPr>
            <a:lvl3pPr indent="0" lvl="2" marL="0" algn="r">
              <a:spcBef>
                <a:spcPts val="0"/>
              </a:spcBef>
              <a:spcAft>
                <a:spcPts val="0"/>
              </a:spcAft>
              <a:buNone/>
              <a:defRPr/>
            </a:lvl3pPr>
            <a:lvl4pPr indent="0" lvl="3" marL="0" algn="r">
              <a:spcBef>
                <a:spcPts val="0"/>
              </a:spcBef>
              <a:spcAft>
                <a:spcPts val="0"/>
              </a:spcAft>
              <a:buNone/>
              <a:defRPr/>
            </a:lvl4pPr>
            <a:lvl5pPr indent="0" lvl="4" marL="0" algn="r">
              <a:spcBef>
                <a:spcPts val="0"/>
              </a:spcBef>
              <a:spcAft>
                <a:spcPts val="0"/>
              </a:spcAft>
              <a:buNone/>
              <a:defRPr/>
            </a:lvl5pPr>
            <a:lvl6pPr indent="0" lvl="5" marL="0" algn="r">
              <a:spcBef>
                <a:spcPts val="0"/>
              </a:spcBef>
              <a:spcAft>
                <a:spcPts val="0"/>
              </a:spcAft>
              <a:buNone/>
              <a:defRPr/>
            </a:lvl6pPr>
            <a:lvl7pPr indent="0" lvl="6" marL="0" algn="r">
              <a:spcBef>
                <a:spcPts val="0"/>
              </a:spcBef>
              <a:spcAft>
                <a:spcPts val="0"/>
              </a:spcAft>
              <a:buNone/>
              <a:defRPr/>
            </a:lvl7pPr>
            <a:lvl8pPr indent="0" lvl="7" marL="0" algn="r">
              <a:spcBef>
                <a:spcPts val="0"/>
              </a:spcBef>
              <a:spcAft>
                <a:spcPts val="0"/>
              </a:spcAft>
              <a:buNone/>
              <a:defRPr/>
            </a:lvl8pPr>
            <a:lvl9pPr indent="0" lvl="8" marL="0" algn="r">
              <a:spcBef>
                <a:spcPts val="0"/>
              </a:spcBef>
              <a:spcAft>
                <a:spcPts val="0"/>
              </a:spcAft>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220" name="Shape 220"/>
        <p:cNvGrpSpPr/>
        <p:nvPr/>
      </p:nvGrpSpPr>
      <p:grpSpPr>
        <a:xfrm>
          <a:off x="0" y="0"/>
          <a:ext cx="0" cy="0"/>
          <a:chOff x="0" y="0"/>
          <a:chExt cx="0" cy="0"/>
        </a:xfrm>
      </p:grpSpPr>
      <p:sp>
        <p:nvSpPr>
          <p:cNvPr id="221" name="Google Shape;221;p48"/>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22" name="Google Shape;222;p48"/>
          <p:cNvSpPr/>
          <p:nvPr>
            <p:ph idx="2" type="pic"/>
          </p:nvPr>
        </p:nvSpPr>
        <p:spPr>
          <a:xfrm>
            <a:off x="1792288" y="612775"/>
            <a:ext cx="5486400" cy="4114800"/>
          </a:xfrm>
          <a:prstGeom prst="rect">
            <a:avLst/>
          </a:prstGeom>
          <a:noFill/>
          <a:ln>
            <a:noFill/>
          </a:ln>
        </p:spPr>
      </p:sp>
      <p:sp>
        <p:nvSpPr>
          <p:cNvPr id="223" name="Google Shape;223;p48"/>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224" name="Google Shape;224;p4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5" name="Google Shape;225;p4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6" name="Google Shape;226;p4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None/>
              <a:defRPr/>
            </a:lvl1pPr>
            <a:lvl2pPr indent="0" lvl="1" marL="0" algn="r">
              <a:spcBef>
                <a:spcPts val="0"/>
              </a:spcBef>
              <a:spcAft>
                <a:spcPts val="0"/>
              </a:spcAft>
              <a:buNone/>
              <a:defRPr/>
            </a:lvl2pPr>
            <a:lvl3pPr indent="0" lvl="2" marL="0" algn="r">
              <a:spcBef>
                <a:spcPts val="0"/>
              </a:spcBef>
              <a:spcAft>
                <a:spcPts val="0"/>
              </a:spcAft>
              <a:buNone/>
              <a:defRPr/>
            </a:lvl3pPr>
            <a:lvl4pPr indent="0" lvl="3" marL="0" algn="r">
              <a:spcBef>
                <a:spcPts val="0"/>
              </a:spcBef>
              <a:spcAft>
                <a:spcPts val="0"/>
              </a:spcAft>
              <a:buNone/>
              <a:defRPr/>
            </a:lvl4pPr>
            <a:lvl5pPr indent="0" lvl="4" marL="0" algn="r">
              <a:spcBef>
                <a:spcPts val="0"/>
              </a:spcBef>
              <a:spcAft>
                <a:spcPts val="0"/>
              </a:spcAft>
              <a:buNone/>
              <a:defRPr/>
            </a:lvl5pPr>
            <a:lvl6pPr indent="0" lvl="5" marL="0" algn="r">
              <a:spcBef>
                <a:spcPts val="0"/>
              </a:spcBef>
              <a:spcAft>
                <a:spcPts val="0"/>
              </a:spcAft>
              <a:buNone/>
              <a:defRPr/>
            </a:lvl6pPr>
            <a:lvl7pPr indent="0" lvl="6" marL="0" algn="r">
              <a:spcBef>
                <a:spcPts val="0"/>
              </a:spcBef>
              <a:spcAft>
                <a:spcPts val="0"/>
              </a:spcAft>
              <a:buNone/>
              <a:defRPr/>
            </a:lvl7pPr>
            <a:lvl8pPr indent="0" lvl="7" marL="0" algn="r">
              <a:spcBef>
                <a:spcPts val="0"/>
              </a:spcBef>
              <a:spcAft>
                <a:spcPts val="0"/>
              </a:spcAft>
              <a:buNone/>
              <a:defRPr/>
            </a:lvl8pPr>
            <a:lvl9pPr indent="0" lvl="8" marL="0" algn="r">
              <a:spcBef>
                <a:spcPts val="0"/>
              </a:spcBef>
              <a:spcAft>
                <a:spcPts val="0"/>
              </a:spcAft>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227" name="Shape 227"/>
        <p:cNvGrpSpPr/>
        <p:nvPr/>
      </p:nvGrpSpPr>
      <p:grpSpPr>
        <a:xfrm>
          <a:off x="0" y="0"/>
          <a:ext cx="0" cy="0"/>
          <a:chOff x="0" y="0"/>
          <a:chExt cx="0" cy="0"/>
        </a:xfrm>
      </p:grpSpPr>
      <p:sp>
        <p:nvSpPr>
          <p:cNvPr id="228" name="Google Shape;228;p4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29" name="Google Shape;229;p49"/>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30" name="Google Shape;230;p4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31" name="Google Shape;231;p4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32" name="Google Shape;232;p4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None/>
              <a:defRPr/>
            </a:lvl1pPr>
            <a:lvl2pPr indent="0" lvl="1" marL="0" algn="r">
              <a:spcBef>
                <a:spcPts val="0"/>
              </a:spcBef>
              <a:spcAft>
                <a:spcPts val="0"/>
              </a:spcAft>
              <a:buNone/>
              <a:defRPr/>
            </a:lvl2pPr>
            <a:lvl3pPr indent="0" lvl="2" marL="0" algn="r">
              <a:spcBef>
                <a:spcPts val="0"/>
              </a:spcBef>
              <a:spcAft>
                <a:spcPts val="0"/>
              </a:spcAft>
              <a:buNone/>
              <a:defRPr/>
            </a:lvl3pPr>
            <a:lvl4pPr indent="0" lvl="3" marL="0" algn="r">
              <a:spcBef>
                <a:spcPts val="0"/>
              </a:spcBef>
              <a:spcAft>
                <a:spcPts val="0"/>
              </a:spcAft>
              <a:buNone/>
              <a:defRPr/>
            </a:lvl4pPr>
            <a:lvl5pPr indent="0" lvl="4" marL="0" algn="r">
              <a:spcBef>
                <a:spcPts val="0"/>
              </a:spcBef>
              <a:spcAft>
                <a:spcPts val="0"/>
              </a:spcAft>
              <a:buNone/>
              <a:defRPr/>
            </a:lvl5pPr>
            <a:lvl6pPr indent="0" lvl="5" marL="0" algn="r">
              <a:spcBef>
                <a:spcPts val="0"/>
              </a:spcBef>
              <a:spcAft>
                <a:spcPts val="0"/>
              </a:spcAft>
              <a:buNone/>
              <a:defRPr/>
            </a:lvl6pPr>
            <a:lvl7pPr indent="0" lvl="6" marL="0" algn="r">
              <a:spcBef>
                <a:spcPts val="0"/>
              </a:spcBef>
              <a:spcAft>
                <a:spcPts val="0"/>
              </a:spcAft>
              <a:buNone/>
              <a:defRPr/>
            </a:lvl7pPr>
            <a:lvl8pPr indent="0" lvl="7" marL="0" algn="r">
              <a:spcBef>
                <a:spcPts val="0"/>
              </a:spcBef>
              <a:spcAft>
                <a:spcPts val="0"/>
              </a:spcAft>
              <a:buNone/>
              <a:defRPr/>
            </a:lvl8pPr>
            <a:lvl9pPr indent="0" lvl="8" marL="0" algn="r">
              <a:spcBef>
                <a:spcPts val="0"/>
              </a:spcBef>
              <a:spcAft>
                <a:spcPts val="0"/>
              </a:spcAft>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233" name="Shape 233"/>
        <p:cNvGrpSpPr/>
        <p:nvPr/>
      </p:nvGrpSpPr>
      <p:grpSpPr>
        <a:xfrm>
          <a:off x="0" y="0"/>
          <a:ext cx="0" cy="0"/>
          <a:chOff x="0" y="0"/>
          <a:chExt cx="0" cy="0"/>
        </a:xfrm>
      </p:grpSpPr>
      <p:sp>
        <p:nvSpPr>
          <p:cNvPr id="234" name="Google Shape;234;p50"/>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5" name="Google Shape;235;p50"/>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36" name="Google Shape;236;p5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37" name="Google Shape;237;p5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38" name="Google Shape;238;p5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None/>
              <a:defRPr/>
            </a:lvl1pPr>
            <a:lvl2pPr indent="0" lvl="1" marL="0" algn="r">
              <a:spcBef>
                <a:spcPts val="0"/>
              </a:spcBef>
              <a:spcAft>
                <a:spcPts val="0"/>
              </a:spcAft>
              <a:buNone/>
              <a:defRPr/>
            </a:lvl2pPr>
            <a:lvl3pPr indent="0" lvl="2" marL="0" algn="r">
              <a:spcBef>
                <a:spcPts val="0"/>
              </a:spcBef>
              <a:spcAft>
                <a:spcPts val="0"/>
              </a:spcAft>
              <a:buNone/>
              <a:defRPr/>
            </a:lvl3pPr>
            <a:lvl4pPr indent="0" lvl="3" marL="0" algn="r">
              <a:spcBef>
                <a:spcPts val="0"/>
              </a:spcBef>
              <a:spcAft>
                <a:spcPts val="0"/>
              </a:spcAft>
              <a:buNone/>
              <a:defRPr/>
            </a:lvl4pPr>
            <a:lvl5pPr indent="0" lvl="4" marL="0" algn="r">
              <a:spcBef>
                <a:spcPts val="0"/>
              </a:spcBef>
              <a:spcAft>
                <a:spcPts val="0"/>
              </a:spcAft>
              <a:buNone/>
              <a:defRPr/>
            </a:lvl5pPr>
            <a:lvl6pPr indent="0" lvl="5" marL="0" algn="r">
              <a:spcBef>
                <a:spcPts val="0"/>
              </a:spcBef>
              <a:spcAft>
                <a:spcPts val="0"/>
              </a:spcAft>
              <a:buNone/>
              <a:defRPr/>
            </a:lvl6pPr>
            <a:lvl7pPr indent="0" lvl="6" marL="0" algn="r">
              <a:spcBef>
                <a:spcPts val="0"/>
              </a:spcBef>
              <a:spcAft>
                <a:spcPts val="0"/>
              </a:spcAft>
              <a:buNone/>
              <a:defRPr/>
            </a:lvl7pPr>
            <a:lvl8pPr indent="0" lvl="7" marL="0" algn="r">
              <a:spcBef>
                <a:spcPts val="0"/>
              </a:spcBef>
              <a:spcAft>
                <a:spcPts val="0"/>
              </a:spcAft>
              <a:buNone/>
              <a:defRPr/>
            </a:lvl8pPr>
            <a:lvl9pPr indent="0" lvl="8" marL="0" algn="r">
              <a:spcBef>
                <a:spcPts val="0"/>
              </a:spcBef>
              <a:spcAft>
                <a:spcPts val="0"/>
              </a:spcAft>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45" name="Shape 245"/>
        <p:cNvGrpSpPr/>
        <p:nvPr/>
      </p:nvGrpSpPr>
      <p:grpSpPr>
        <a:xfrm>
          <a:off x="0" y="0"/>
          <a:ext cx="0" cy="0"/>
          <a:chOff x="0" y="0"/>
          <a:chExt cx="0" cy="0"/>
        </a:xfrm>
      </p:grpSpPr>
      <p:sp>
        <p:nvSpPr>
          <p:cNvPr id="246" name="Google Shape;246;p52"/>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47" name="Google Shape;247;p52"/>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248" name="Google Shape;248;p5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9" name="Google Shape;249;p5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0" name="Google Shape;250;p5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None/>
              <a:defRPr/>
            </a:lvl1pPr>
            <a:lvl2pPr indent="0" lvl="1" marL="0" algn="r">
              <a:spcBef>
                <a:spcPts val="0"/>
              </a:spcBef>
              <a:spcAft>
                <a:spcPts val="0"/>
              </a:spcAft>
              <a:buNone/>
              <a:defRPr/>
            </a:lvl2pPr>
            <a:lvl3pPr indent="0" lvl="2" marL="0" algn="r">
              <a:spcBef>
                <a:spcPts val="0"/>
              </a:spcBef>
              <a:spcAft>
                <a:spcPts val="0"/>
              </a:spcAft>
              <a:buNone/>
              <a:defRPr/>
            </a:lvl3pPr>
            <a:lvl4pPr indent="0" lvl="3" marL="0" algn="r">
              <a:spcBef>
                <a:spcPts val="0"/>
              </a:spcBef>
              <a:spcAft>
                <a:spcPts val="0"/>
              </a:spcAft>
              <a:buNone/>
              <a:defRPr/>
            </a:lvl4pPr>
            <a:lvl5pPr indent="0" lvl="4" marL="0" algn="r">
              <a:spcBef>
                <a:spcPts val="0"/>
              </a:spcBef>
              <a:spcAft>
                <a:spcPts val="0"/>
              </a:spcAft>
              <a:buNone/>
              <a:defRPr/>
            </a:lvl5pPr>
            <a:lvl6pPr indent="0" lvl="5" marL="0" algn="r">
              <a:spcBef>
                <a:spcPts val="0"/>
              </a:spcBef>
              <a:spcAft>
                <a:spcPts val="0"/>
              </a:spcAft>
              <a:buNone/>
              <a:defRPr/>
            </a:lvl6pPr>
            <a:lvl7pPr indent="0" lvl="6" marL="0" algn="r">
              <a:spcBef>
                <a:spcPts val="0"/>
              </a:spcBef>
              <a:spcAft>
                <a:spcPts val="0"/>
              </a:spcAft>
              <a:buNone/>
              <a:defRPr/>
            </a:lvl7pPr>
            <a:lvl8pPr indent="0" lvl="7" marL="0" algn="r">
              <a:spcBef>
                <a:spcPts val="0"/>
              </a:spcBef>
              <a:spcAft>
                <a:spcPts val="0"/>
              </a:spcAft>
              <a:buNone/>
              <a:defRPr/>
            </a:lvl8pPr>
            <a:lvl9pPr indent="0" lvl="8" marL="0" algn="r">
              <a:spcBef>
                <a:spcPts val="0"/>
              </a:spcBef>
              <a:spcAft>
                <a:spcPts val="0"/>
              </a:spcAft>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51" name="Shape 251"/>
        <p:cNvGrpSpPr/>
        <p:nvPr/>
      </p:nvGrpSpPr>
      <p:grpSpPr>
        <a:xfrm>
          <a:off x="0" y="0"/>
          <a:ext cx="0" cy="0"/>
          <a:chOff x="0" y="0"/>
          <a:chExt cx="0" cy="0"/>
        </a:xfrm>
      </p:grpSpPr>
      <p:sp>
        <p:nvSpPr>
          <p:cNvPr id="252" name="Google Shape;252;p5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3" name="Google Shape;253;p53"/>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54" name="Google Shape;254;p5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5" name="Google Shape;255;p5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6" name="Google Shape;256;p5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None/>
              <a:defRPr/>
            </a:lvl1pPr>
            <a:lvl2pPr indent="0" lvl="1" marL="0" algn="r">
              <a:spcBef>
                <a:spcPts val="0"/>
              </a:spcBef>
              <a:spcAft>
                <a:spcPts val="0"/>
              </a:spcAft>
              <a:buNone/>
              <a:defRPr/>
            </a:lvl2pPr>
            <a:lvl3pPr indent="0" lvl="2" marL="0" algn="r">
              <a:spcBef>
                <a:spcPts val="0"/>
              </a:spcBef>
              <a:spcAft>
                <a:spcPts val="0"/>
              </a:spcAft>
              <a:buNone/>
              <a:defRPr/>
            </a:lvl3pPr>
            <a:lvl4pPr indent="0" lvl="3" marL="0" algn="r">
              <a:spcBef>
                <a:spcPts val="0"/>
              </a:spcBef>
              <a:spcAft>
                <a:spcPts val="0"/>
              </a:spcAft>
              <a:buNone/>
              <a:defRPr/>
            </a:lvl4pPr>
            <a:lvl5pPr indent="0" lvl="4" marL="0" algn="r">
              <a:spcBef>
                <a:spcPts val="0"/>
              </a:spcBef>
              <a:spcAft>
                <a:spcPts val="0"/>
              </a:spcAft>
              <a:buNone/>
              <a:defRPr/>
            </a:lvl5pPr>
            <a:lvl6pPr indent="0" lvl="5" marL="0" algn="r">
              <a:spcBef>
                <a:spcPts val="0"/>
              </a:spcBef>
              <a:spcAft>
                <a:spcPts val="0"/>
              </a:spcAft>
              <a:buNone/>
              <a:defRPr/>
            </a:lvl6pPr>
            <a:lvl7pPr indent="0" lvl="6" marL="0" algn="r">
              <a:spcBef>
                <a:spcPts val="0"/>
              </a:spcBef>
              <a:spcAft>
                <a:spcPts val="0"/>
              </a:spcAft>
              <a:buNone/>
              <a:defRPr/>
            </a:lvl7pPr>
            <a:lvl8pPr indent="0" lvl="7" marL="0" algn="r">
              <a:spcBef>
                <a:spcPts val="0"/>
              </a:spcBef>
              <a:spcAft>
                <a:spcPts val="0"/>
              </a:spcAft>
              <a:buNone/>
              <a:defRPr/>
            </a:lvl8pPr>
            <a:lvl9pPr indent="0" lvl="8" marL="0" algn="r">
              <a:spcBef>
                <a:spcPts val="0"/>
              </a:spcBef>
              <a:spcAft>
                <a:spcPts val="0"/>
              </a:spcAft>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57" name="Shape 257"/>
        <p:cNvGrpSpPr/>
        <p:nvPr/>
      </p:nvGrpSpPr>
      <p:grpSpPr>
        <a:xfrm>
          <a:off x="0" y="0"/>
          <a:ext cx="0" cy="0"/>
          <a:chOff x="0" y="0"/>
          <a:chExt cx="0" cy="0"/>
        </a:xfrm>
      </p:grpSpPr>
      <p:sp>
        <p:nvSpPr>
          <p:cNvPr id="258" name="Google Shape;258;p54"/>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9" name="Google Shape;259;p54"/>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260" name="Google Shape;260;p5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1" name="Google Shape;261;p5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2" name="Google Shape;262;p5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None/>
              <a:defRPr/>
            </a:lvl1pPr>
            <a:lvl2pPr indent="0" lvl="1" marL="0" algn="r">
              <a:spcBef>
                <a:spcPts val="0"/>
              </a:spcBef>
              <a:spcAft>
                <a:spcPts val="0"/>
              </a:spcAft>
              <a:buNone/>
              <a:defRPr/>
            </a:lvl2pPr>
            <a:lvl3pPr indent="0" lvl="2" marL="0" algn="r">
              <a:spcBef>
                <a:spcPts val="0"/>
              </a:spcBef>
              <a:spcAft>
                <a:spcPts val="0"/>
              </a:spcAft>
              <a:buNone/>
              <a:defRPr/>
            </a:lvl3pPr>
            <a:lvl4pPr indent="0" lvl="3" marL="0" algn="r">
              <a:spcBef>
                <a:spcPts val="0"/>
              </a:spcBef>
              <a:spcAft>
                <a:spcPts val="0"/>
              </a:spcAft>
              <a:buNone/>
              <a:defRPr/>
            </a:lvl4pPr>
            <a:lvl5pPr indent="0" lvl="4" marL="0" algn="r">
              <a:spcBef>
                <a:spcPts val="0"/>
              </a:spcBef>
              <a:spcAft>
                <a:spcPts val="0"/>
              </a:spcAft>
              <a:buNone/>
              <a:defRPr/>
            </a:lvl5pPr>
            <a:lvl6pPr indent="0" lvl="5" marL="0" algn="r">
              <a:spcBef>
                <a:spcPts val="0"/>
              </a:spcBef>
              <a:spcAft>
                <a:spcPts val="0"/>
              </a:spcAft>
              <a:buNone/>
              <a:defRPr/>
            </a:lvl6pPr>
            <a:lvl7pPr indent="0" lvl="6" marL="0" algn="r">
              <a:spcBef>
                <a:spcPts val="0"/>
              </a:spcBef>
              <a:spcAft>
                <a:spcPts val="0"/>
              </a:spcAft>
              <a:buNone/>
              <a:defRPr/>
            </a:lvl7pPr>
            <a:lvl8pPr indent="0" lvl="7" marL="0" algn="r">
              <a:spcBef>
                <a:spcPts val="0"/>
              </a:spcBef>
              <a:spcAft>
                <a:spcPts val="0"/>
              </a:spcAft>
              <a:buNone/>
              <a:defRPr/>
            </a:lvl8pPr>
            <a:lvl9pPr indent="0" lvl="8" marL="0" algn="r">
              <a:spcBef>
                <a:spcPts val="0"/>
              </a:spcBef>
              <a:spcAft>
                <a:spcPts val="0"/>
              </a:spcAft>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263" name="Shape 263"/>
        <p:cNvGrpSpPr/>
        <p:nvPr/>
      </p:nvGrpSpPr>
      <p:grpSpPr>
        <a:xfrm>
          <a:off x="0" y="0"/>
          <a:ext cx="0" cy="0"/>
          <a:chOff x="0" y="0"/>
          <a:chExt cx="0" cy="0"/>
        </a:xfrm>
      </p:grpSpPr>
      <p:sp>
        <p:nvSpPr>
          <p:cNvPr id="264" name="Google Shape;264;p5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65" name="Google Shape;265;p55"/>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266" name="Google Shape;266;p55"/>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267" name="Google Shape;267;p5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8" name="Google Shape;268;p5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9" name="Google Shape;269;p5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None/>
              <a:defRPr/>
            </a:lvl1pPr>
            <a:lvl2pPr indent="0" lvl="1" marL="0" algn="r">
              <a:spcBef>
                <a:spcPts val="0"/>
              </a:spcBef>
              <a:spcAft>
                <a:spcPts val="0"/>
              </a:spcAft>
              <a:buNone/>
              <a:defRPr/>
            </a:lvl2pPr>
            <a:lvl3pPr indent="0" lvl="2" marL="0" algn="r">
              <a:spcBef>
                <a:spcPts val="0"/>
              </a:spcBef>
              <a:spcAft>
                <a:spcPts val="0"/>
              </a:spcAft>
              <a:buNone/>
              <a:defRPr/>
            </a:lvl3pPr>
            <a:lvl4pPr indent="0" lvl="3" marL="0" algn="r">
              <a:spcBef>
                <a:spcPts val="0"/>
              </a:spcBef>
              <a:spcAft>
                <a:spcPts val="0"/>
              </a:spcAft>
              <a:buNone/>
              <a:defRPr/>
            </a:lvl4pPr>
            <a:lvl5pPr indent="0" lvl="4" marL="0" algn="r">
              <a:spcBef>
                <a:spcPts val="0"/>
              </a:spcBef>
              <a:spcAft>
                <a:spcPts val="0"/>
              </a:spcAft>
              <a:buNone/>
              <a:defRPr/>
            </a:lvl5pPr>
            <a:lvl6pPr indent="0" lvl="5" marL="0" algn="r">
              <a:spcBef>
                <a:spcPts val="0"/>
              </a:spcBef>
              <a:spcAft>
                <a:spcPts val="0"/>
              </a:spcAft>
              <a:buNone/>
              <a:defRPr/>
            </a:lvl6pPr>
            <a:lvl7pPr indent="0" lvl="6" marL="0" algn="r">
              <a:spcBef>
                <a:spcPts val="0"/>
              </a:spcBef>
              <a:spcAft>
                <a:spcPts val="0"/>
              </a:spcAft>
              <a:buNone/>
              <a:defRPr/>
            </a:lvl7pPr>
            <a:lvl8pPr indent="0" lvl="7" marL="0" algn="r">
              <a:spcBef>
                <a:spcPts val="0"/>
              </a:spcBef>
              <a:spcAft>
                <a:spcPts val="0"/>
              </a:spcAft>
              <a:buNone/>
              <a:defRPr/>
            </a:lvl8pPr>
            <a:lvl9pPr indent="0" lvl="8" marL="0" algn="r">
              <a:spcBef>
                <a:spcPts val="0"/>
              </a:spcBef>
              <a:spcAft>
                <a:spcPts val="0"/>
              </a:spcAft>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270" name="Shape 270"/>
        <p:cNvGrpSpPr/>
        <p:nvPr/>
      </p:nvGrpSpPr>
      <p:grpSpPr>
        <a:xfrm>
          <a:off x="0" y="0"/>
          <a:ext cx="0" cy="0"/>
          <a:chOff x="0" y="0"/>
          <a:chExt cx="0" cy="0"/>
        </a:xfrm>
      </p:grpSpPr>
      <p:sp>
        <p:nvSpPr>
          <p:cNvPr id="271" name="Google Shape;271;p5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72" name="Google Shape;272;p56"/>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273" name="Google Shape;273;p56"/>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274" name="Google Shape;274;p56"/>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275" name="Google Shape;275;p56"/>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276" name="Google Shape;276;p5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7" name="Google Shape;277;p5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8" name="Google Shape;278;p5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None/>
              <a:defRPr/>
            </a:lvl1pPr>
            <a:lvl2pPr indent="0" lvl="1" marL="0" algn="r">
              <a:spcBef>
                <a:spcPts val="0"/>
              </a:spcBef>
              <a:spcAft>
                <a:spcPts val="0"/>
              </a:spcAft>
              <a:buNone/>
              <a:defRPr/>
            </a:lvl2pPr>
            <a:lvl3pPr indent="0" lvl="2" marL="0" algn="r">
              <a:spcBef>
                <a:spcPts val="0"/>
              </a:spcBef>
              <a:spcAft>
                <a:spcPts val="0"/>
              </a:spcAft>
              <a:buNone/>
              <a:defRPr/>
            </a:lvl3pPr>
            <a:lvl4pPr indent="0" lvl="3" marL="0" algn="r">
              <a:spcBef>
                <a:spcPts val="0"/>
              </a:spcBef>
              <a:spcAft>
                <a:spcPts val="0"/>
              </a:spcAft>
              <a:buNone/>
              <a:defRPr/>
            </a:lvl4pPr>
            <a:lvl5pPr indent="0" lvl="4" marL="0" algn="r">
              <a:spcBef>
                <a:spcPts val="0"/>
              </a:spcBef>
              <a:spcAft>
                <a:spcPts val="0"/>
              </a:spcAft>
              <a:buNone/>
              <a:defRPr/>
            </a:lvl5pPr>
            <a:lvl6pPr indent="0" lvl="5" marL="0" algn="r">
              <a:spcBef>
                <a:spcPts val="0"/>
              </a:spcBef>
              <a:spcAft>
                <a:spcPts val="0"/>
              </a:spcAft>
              <a:buNone/>
              <a:defRPr/>
            </a:lvl6pPr>
            <a:lvl7pPr indent="0" lvl="6" marL="0" algn="r">
              <a:spcBef>
                <a:spcPts val="0"/>
              </a:spcBef>
              <a:spcAft>
                <a:spcPts val="0"/>
              </a:spcAft>
              <a:buNone/>
              <a:defRPr/>
            </a:lvl7pPr>
            <a:lvl8pPr indent="0" lvl="7" marL="0" algn="r">
              <a:spcBef>
                <a:spcPts val="0"/>
              </a:spcBef>
              <a:spcAft>
                <a:spcPts val="0"/>
              </a:spcAft>
              <a:buNone/>
              <a:defRPr/>
            </a:lvl8pPr>
            <a:lvl9pPr indent="0" lvl="8" marL="0" algn="r">
              <a:spcBef>
                <a:spcPts val="0"/>
              </a:spcBef>
              <a:spcAft>
                <a:spcPts val="0"/>
              </a:spcAft>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79" name="Shape 279"/>
        <p:cNvGrpSpPr/>
        <p:nvPr/>
      </p:nvGrpSpPr>
      <p:grpSpPr>
        <a:xfrm>
          <a:off x="0" y="0"/>
          <a:ext cx="0" cy="0"/>
          <a:chOff x="0" y="0"/>
          <a:chExt cx="0" cy="0"/>
        </a:xfrm>
      </p:grpSpPr>
      <p:sp>
        <p:nvSpPr>
          <p:cNvPr id="280" name="Google Shape;280;p5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81" name="Google Shape;281;p5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82" name="Google Shape;282;p5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83" name="Google Shape;283;p5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None/>
              <a:defRPr/>
            </a:lvl1pPr>
            <a:lvl2pPr indent="0" lvl="1" marL="0" algn="r">
              <a:spcBef>
                <a:spcPts val="0"/>
              </a:spcBef>
              <a:spcAft>
                <a:spcPts val="0"/>
              </a:spcAft>
              <a:buNone/>
              <a:defRPr/>
            </a:lvl2pPr>
            <a:lvl3pPr indent="0" lvl="2" marL="0" algn="r">
              <a:spcBef>
                <a:spcPts val="0"/>
              </a:spcBef>
              <a:spcAft>
                <a:spcPts val="0"/>
              </a:spcAft>
              <a:buNone/>
              <a:defRPr/>
            </a:lvl3pPr>
            <a:lvl4pPr indent="0" lvl="3" marL="0" algn="r">
              <a:spcBef>
                <a:spcPts val="0"/>
              </a:spcBef>
              <a:spcAft>
                <a:spcPts val="0"/>
              </a:spcAft>
              <a:buNone/>
              <a:defRPr/>
            </a:lvl4pPr>
            <a:lvl5pPr indent="0" lvl="4" marL="0" algn="r">
              <a:spcBef>
                <a:spcPts val="0"/>
              </a:spcBef>
              <a:spcAft>
                <a:spcPts val="0"/>
              </a:spcAft>
              <a:buNone/>
              <a:defRPr/>
            </a:lvl5pPr>
            <a:lvl6pPr indent="0" lvl="5" marL="0" algn="r">
              <a:spcBef>
                <a:spcPts val="0"/>
              </a:spcBef>
              <a:spcAft>
                <a:spcPts val="0"/>
              </a:spcAft>
              <a:buNone/>
              <a:defRPr/>
            </a:lvl6pPr>
            <a:lvl7pPr indent="0" lvl="6" marL="0" algn="r">
              <a:spcBef>
                <a:spcPts val="0"/>
              </a:spcBef>
              <a:spcAft>
                <a:spcPts val="0"/>
              </a:spcAft>
              <a:buNone/>
              <a:defRPr/>
            </a:lvl7pPr>
            <a:lvl8pPr indent="0" lvl="7" marL="0" algn="r">
              <a:spcBef>
                <a:spcPts val="0"/>
              </a:spcBef>
              <a:spcAft>
                <a:spcPts val="0"/>
              </a:spcAft>
              <a:buNone/>
              <a:defRPr/>
            </a:lvl8pPr>
            <a:lvl9pPr indent="0" lvl="8" marL="0" algn="r">
              <a:spcBef>
                <a:spcPts val="0"/>
              </a:spcBef>
              <a:spcAft>
                <a:spcPts val="0"/>
              </a:spcAft>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84" name="Shape 284"/>
        <p:cNvGrpSpPr/>
        <p:nvPr/>
      </p:nvGrpSpPr>
      <p:grpSpPr>
        <a:xfrm>
          <a:off x="0" y="0"/>
          <a:ext cx="0" cy="0"/>
          <a:chOff x="0" y="0"/>
          <a:chExt cx="0" cy="0"/>
        </a:xfrm>
      </p:grpSpPr>
      <p:sp>
        <p:nvSpPr>
          <p:cNvPr id="285" name="Google Shape;285;p5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86" name="Google Shape;286;p5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87" name="Google Shape;287;p5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None/>
              <a:defRPr/>
            </a:lvl1pPr>
            <a:lvl2pPr indent="0" lvl="1" marL="0" algn="r">
              <a:spcBef>
                <a:spcPts val="0"/>
              </a:spcBef>
              <a:spcAft>
                <a:spcPts val="0"/>
              </a:spcAft>
              <a:buNone/>
              <a:defRPr/>
            </a:lvl2pPr>
            <a:lvl3pPr indent="0" lvl="2" marL="0" algn="r">
              <a:spcBef>
                <a:spcPts val="0"/>
              </a:spcBef>
              <a:spcAft>
                <a:spcPts val="0"/>
              </a:spcAft>
              <a:buNone/>
              <a:defRPr/>
            </a:lvl3pPr>
            <a:lvl4pPr indent="0" lvl="3" marL="0" algn="r">
              <a:spcBef>
                <a:spcPts val="0"/>
              </a:spcBef>
              <a:spcAft>
                <a:spcPts val="0"/>
              </a:spcAft>
              <a:buNone/>
              <a:defRPr/>
            </a:lvl4pPr>
            <a:lvl5pPr indent="0" lvl="4" marL="0" algn="r">
              <a:spcBef>
                <a:spcPts val="0"/>
              </a:spcBef>
              <a:spcAft>
                <a:spcPts val="0"/>
              </a:spcAft>
              <a:buNone/>
              <a:defRPr/>
            </a:lvl5pPr>
            <a:lvl6pPr indent="0" lvl="5" marL="0" algn="r">
              <a:spcBef>
                <a:spcPts val="0"/>
              </a:spcBef>
              <a:spcAft>
                <a:spcPts val="0"/>
              </a:spcAft>
              <a:buNone/>
              <a:defRPr/>
            </a:lvl6pPr>
            <a:lvl7pPr indent="0" lvl="6" marL="0" algn="r">
              <a:spcBef>
                <a:spcPts val="0"/>
              </a:spcBef>
              <a:spcAft>
                <a:spcPts val="0"/>
              </a:spcAft>
              <a:buNone/>
              <a:defRPr/>
            </a:lvl7pPr>
            <a:lvl8pPr indent="0" lvl="7" marL="0" algn="r">
              <a:spcBef>
                <a:spcPts val="0"/>
              </a:spcBef>
              <a:spcAft>
                <a:spcPts val="0"/>
              </a:spcAft>
              <a:buNone/>
              <a:defRPr/>
            </a:lvl8pPr>
            <a:lvl9pPr indent="0" lvl="8" marL="0" algn="r">
              <a:spcBef>
                <a:spcPts val="0"/>
              </a:spcBef>
              <a:spcAft>
                <a:spcPts val="0"/>
              </a:spcAft>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288" name="Shape 288"/>
        <p:cNvGrpSpPr/>
        <p:nvPr/>
      </p:nvGrpSpPr>
      <p:grpSpPr>
        <a:xfrm>
          <a:off x="0" y="0"/>
          <a:ext cx="0" cy="0"/>
          <a:chOff x="0" y="0"/>
          <a:chExt cx="0" cy="0"/>
        </a:xfrm>
      </p:grpSpPr>
      <p:sp>
        <p:nvSpPr>
          <p:cNvPr id="289" name="Google Shape;289;p59"/>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0" name="Google Shape;290;p59"/>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291" name="Google Shape;291;p59"/>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292" name="Google Shape;292;p5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93" name="Google Shape;293;p5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94" name="Google Shape;294;p5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None/>
              <a:defRPr/>
            </a:lvl1pPr>
            <a:lvl2pPr indent="0" lvl="1" marL="0" algn="r">
              <a:spcBef>
                <a:spcPts val="0"/>
              </a:spcBef>
              <a:spcAft>
                <a:spcPts val="0"/>
              </a:spcAft>
              <a:buNone/>
              <a:defRPr/>
            </a:lvl2pPr>
            <a:lvl3pPr indent="0" lvl="2" marL="0" algn="r">
              <a:spcBef>
                <a:spcPts val="0"/>
              </a:spcBef>
              <a:spcAft>
                <a:spcPts val="0"/>
              </a:spcAft>
              <a:buNone/>
              <a:defRPr/>
            </a:lvl3pPr>
            <a:lvl4pPr indent="0" lvl="3" marL="0" algn="r">
              <a:spcBef>
                <a:spcPts val="0"/>
              </a:spcBef>
              <a:spcAft>
                <a:spcPts val="0"/>
              </a:spcAft>
              <a:buNone/>
              <a:defRPr/>
            </a:lvl4pPr>
            <a:lvl5pPr indent="0" lvl="4" marL="0" algn="r">
              <a:spcBef>
                <a:spcPts val="0"/>
              </a:spcBef>
              <a:spcAft>
                <a:spcPts val="0"/>
              </a:spcAft>
              <a:buNone/>
              <a:defRPr/>
            </a:lvl5pPr>
            <a:lvl6pPr indent="0" lvl="5" marL="0" algn="r">
              <a:spcBef>
                <a:spcPts val="0"/>
              </a:spcBef>
              <a:spcAft>
                <a:spcPts val="0"/>
              </a:spcAft>
              <a:buNone/>
              <a:defRPr/>
            </a:lvl6pPr>
            <a:lvl7pPr indent="0" lvl="6" marL="0" algn="r">
              <a:spcBef>
                <a:spcPts val="0"/>
              </a:spcBef>
              <a:spcAft>
                <a:spcPts val="0"/>
              </a:spcAft>
              <a:buNone/>
              <a:defRPr/>
            </a:lvl7pPr>
            <a:lvl8pPr indent="0" lvl="7" marL="0" algn="r">
              <a:spcBef>
                <a:spcPts val="0"/>
              </a:spcBef>
              <a:spcAft>
                <a:spcPts val="0"/>
              </a:spcAft>
              <a:buNone/>
              <a:defRPr/>
            </a:lvl8pPr>
            <a:lvl9pPr indent="0" lvl="8" marL="0" algn="r">
              <a:spcBef>
                <a:spcPts val="0"/>
              </a:spcBef>
              <a:spcAft>
                <a:spcPts val="0"/>
              </a:spcAft>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295" name="Shape 295"/>
        <p:cNvGrpSpPr/>
        <p:nvPr/>
      </p:nvGrpSpPr>
      <p:grpSpPr>
        <a:xfrm>
          <a:off x="0" y="0"/>
          <a:ext cx="0" cy="0"/>
          <a:chOff x="0" y="0"/>
          <a:chExt cx="0" cy="0"/>
        </a:xfrm>
      </p:grpSpPr>
      <p:sp>
        <p:nvSpPr>
          <p:cNvPr id="296" name="Google Shape;296;p60"/>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7" name="Google Shape;297;p60"/>
          <p:cNvSpPr/>
          <p:nvPr>
            <p:ph idx="2" type="pic"/>
          </p:nvPr>
        </p:nvSpPr>
        <p:spPr>
          <a:xfrm>
            <a:off x="1792288" y="612775"/>
            <a:ext cx="5486400" cy="4114800"/>
          </a:xfrm>
          <a:prstGeom prst="rect">
            <a:avLst/>
          </a:prstGeom>
          <a:noFill/>
          <a:ln>
            <a:noFill/>
          </a:ln>
        </p:spPr>
      </p:sp>
      <p:sp>
        <p:nvSpPr>
          <p:cNvPr id="298" name="Google Shape;298;p60"/>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299" name="Google Shape;299;p6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00" name="Google Shape;300;p6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01" name="Google Shape;301;p6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None/>
              <a:defRPr/>
            </a:lvl1pPr>
            <a:lvl2pPr indent="0" lvl="1" marL="0" algn="r">
              <a:spcBef>
                <a:spcPts val="0"/>
              </a:spcBef>
              <a:spcAft>
                <a:spcPts val="0"/>
              </a:spcAft>
              <a:buNone/>
              <a:defRPr/>
            </a:lvl2pPr>
            <a:lvl3pPr indent="0" lvl="2" marL="0" algn="r">
              <a:spcBef>
                <a:spcPts val="0"/>
              </a:spcBef>
              <a:spcAft>
                <a:spcPts val="0"/>
              </a:spcAft>
              <a:buNone/>
              <a:defRPr/>
            </a:lvl3pPr>
            <a:lvl4pPr indent="0" lvl="3" marL="0" algn="r">
              <a:spcBef>
                <a:spcPts val="0"/>
              </a:spcBef>
              <a:spcAft>
                <a:spcPts val="0"/>
              </a:spcAft>
              <a:buNone/>
              <a:defRPr/>
            </a:lvl4pPr>
            <a:lvl5pPr indent="0" lvl="4" marL="0" algn="r">
              <a:spcBef>
                <a:spcPts val="0"/>
              </a:spcBef>
              <a:spcAft>
                <a:spcPts val="0"/>
              </a:spcAft>
              <a:buNone/>
              <a:defRPr/>
            </a:lvl5pPr>
            <a:lvl6pPr indent="0" lvl="5" marL="0" algn="r">
              <a:spcBef>
                <a:spcPts val="0"/>
              </a:spcBef>
              <a:spcAft>
                <a:spcPts val="0"/>
              </a:spcAft>
              <a:buNone/>
              <a:defRPr/>
            </a:lvl6pPr>
            <a:lvl7pPr indent="0" lvl="6" marL="0" algn="r">
              <a:spcBef>
                <a:spcPts val="0"/>
              </a:spcBef>
              <a:spcAft>
                <a:spcPts val="0"/>
              </a:spcAft>
              <a:buNone/>
              <a:defRPr/>
            </a:lvl7pPr>
            <a:lvl8pPr indent="0" lvl="7" marL="0" algn="r">
              <a:spcBef>
                <a:spcPts val="0"/>
              </a:spcBef>
              <a:spcAft>
                <a:spcPts val="0"/>
              </a:spcAft>
              <a:buNone/>
              <a:defRPr/>
            </a:lvl8pPr>
            <a:lvl9pPr indent="0" lvl="8" marL="0" algn="r">
              <a:spcBef>
                <a:spcPts val="0"/>
              </a:spcBef>
              <a:spcAft>
                <a:spcPts val="0"/>
              </a:spcAft>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302" name="Shape 302"/>
        <p:cNvGrpSpPr/>
        <p:nvPr/>
      </p:nvGrpSpPr>
      <p:grpSpPr>
        <a:xfrm>
          <a:off x="0" y="0"/>
          <a:ext cx="0" cy="0"/>
          <a:chOff x="0" y="0"/>
          <a:chExt cx="0" cy="0"/>
        </a:xfrm>
      </p:grpSpPr>
      <p:sp>
        <p:nvSpPr>
          <p:cNvPr id="303" name="Google Shape;303;p6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04" name="Google Shape;304;p61"/>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305" name="Google Shape;305;p6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06" name="Google Shape;306;p6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07" name="Google Shape;307;p6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None/>
              <a:defRPr/>
            </a:lvl1pPr>
            <a:lvl2pPr indent="0" lvl="1" marL="0" algn="r">
              <a:spcBef>
                <a:spcPts val="0"/>
              </a:spcBef>
              <a:spcAft>
                <a:spcPts val="0"/>
              </a:spcAft>
              <a:buNone/>
              <a:defRPr/>
            </a:lvl2pPr>
            <a:lvl3pPr indent="0" lvl="2" marL="0" algn="r">
              <a:spcBef>
                <a:spcPts val="0"/>
              </a:spcBef>
              <a:spcAft>
                <a:spcPts val="0"/>
              </a:spcAft>
              <a:buNone/>
              <a:defRPr/>
            </a:lvl3pPr>
            <a:lvl4pPr indent="0" lvl="3" marL="0" algn="r">
              <a:spcBef>
                <a:spcPts val="0"/>
              </a:spcBef>
              <a:spcAft>
                <a:spcPts val="0"/>
              </a:spcAft>
              <a:buNone/>
              <a:defRPr/>
            </a:lvl4pPr>
            <a:lvl5pPr indent="0" lvl="4" marL="0" algn="r">
              <a:spcBef>
                <a:spcPts val="0"/>
              </a:spcBef>
              <a:spcAft>
                <a:spcPts val="0"/>
              </a:spcAft>
              <a:buNone/>
              <a:defRPr/>
            </a:lvl5pPr>
            <a:lvl6pPr indent="0" lvl="5" marL="0" algn="r">
              <a:spcBef>
                <a:spcPts val="0"/>
              </a:spcBef>
              <a:spcAft>
                <a:spcPts val="0"/>
              </a:spcAft>
              <a:buNone/>
              <a:defRPr/>
            </a:lvl6pPr>
            <a:lvl7pPr indent="0" lvl="6" marL="0" algn="r">
              <a:spcBef>
                <a:spcPts val="0"/>
              </a:spcBef>
              <a:spcAft>
                <a:spcPts val="0"/>
              </a:spcAft>
              <a:buNone/>
              <a:defRPr/>
            </a:lvl7pPr>
            <a:lvl8pPr indent="0" lvl="7" marL="0" algn="r">
              <a:spcBef>
                <a:spcPts val="0"/>
              </a:spcBef>
              <a:spcAft>
                <a:spcPts val="0"/>
              </a:spcAft>
              <a:buNone/>
              <a:defRPr/>
            </a:lvl8pPr>
            <a:lvl9pPr indent="0" lvl="8" marL="0" algn="r">
              <a:spcBef>
                <a:spcPts val="0"/>
              </a:spcBef>
              <a:spcAft>
                <a:spcPts val="0"/>
              </a:spcAft>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308" name="Shape 308"/>
        <p:cNvGrpSpPr/>
        <p:nvPr/>
      </p:nvGrpSpPr>
      <p:grpSpPr>
        <a:xfrm>
          <a:off x="0" y="0"/>
          <a:ext cx="0" cy="0"/>
          <a:chOff x="0" y="0"/>
          <a:chExt cx="0" cy="0"/>
        </a:xfrm>
      </p:grpSpPr>
      <p:sp>
        <p:nvSpPr>
          <p:cNvPr id="309" name="Google Shape;309;p62"/>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10" name="Google Shape;310;p62"/>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311" name="Google Shape;311;p6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2" name="Google Shape;312;p6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3" name="Google Shape;313;p6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None/>
              <a:defRPr/>
            </a:lvl1pPr>
            <a:lvl2pPr indent="0" lvl="1" marL="0" algn="r">
              <a:spcBef>
                <a:spcPts val="0"/>
              </a:spcBef>
              <a:spcAft>
                <a:spcPts val="0"/>
              </a:spcAft>
              <a:buNone/>
              <a:defRPr/>
            </a:lvl2pPr>
            <a:lvl3pPr indent="0" lvl="2" marL="0" algn="r">
              <a:spcBef>
                <a:spcPts val="0"/>
              </a:spcBef>
              <a:spcAft>
                <a:spcPts val="0"/>
              </a:spcAft>
              <a:buNone/>
              <a:defRPr/>
            </a:lvl3pPr>
            <a:lvl4pPr indent="0" lvl="3" marL="0" algn="r">
              <a:spcBef>
                <a:spcPts val="0"/>
              </a:spcBef>
              <a:spcAft>
                <a:spcPts val="0"/>
              </a:spcAft>
              <a:buNone/>
              <a:defRPr/>
            </a:lvl4pPr>
            <a:lvl5pPr indent="0" lvl="4" marL="0" algn="r">
              <a:spcBef>
                <a:spcPts val="0"/>
              </a:spcBef>
              <a:spcAft>
                <a:spcPts val="0"/>
              </a:spcAft>
              <a:buNone/>
              <a:defRPr/>
            </a:lvl5pPr>
            <a:lvl6pPr indent="0" lvl="5" marL="0" algn="r">
              <a:spcBef>
                <a:spcPts val="0"/>
              </a:spcBef>
              <a:spcAft>
                <a:spcPts val="0"/>
              </a:spcAft>
              <a:buNone/>
              <a:defRPr/>
            </a:lvl6pPr>
            <a:lvl7pPr indent="0" lvl="6" marL="0" algn="r">
              <a:spcBef>
                <a:spcPts val="0"/>
              </a:spcBef>
              <a:spcAft>
                <a:spcPts val="0"/>
              </a:spcAft>
              <a:buNone/>
              <a:defRPr/>
            </a:lvl7pPr>
            <a:lvl8pPr indent="0" lvl="7" marL="0" algn="r">
              <a:spcBef>
                <a:spcPts val="0"/>
              </a:spcBef>
              <a:spcAft>
                <a:spcPts val="0"/>
              </a:spcAft>
              <a:buNone/>
              <a:defRPr/>
            </a:lvl8pPr>
            <a:lvl9pPr indent="0" lvl="8" marL="0" algn="r">
              <a:spcBef>
                <a:spcPts val="0"/>
              </a:spcBef>
              <a:spcAft>
                <a:spcPts val="0"/>
              </a:spcAft>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320" name="Shape 320"/>
        <p:cNvGrpSpPr/>
        <p:nvPr/>
      </p:nvGrpSpPr>
      <p:grpSpPr>
        <a:xfrm>
          <a:off x="0" y="0"/>
          <a:ext cx="0" cy="0"/>
          <a:chOff x="0" y="0"/>
          <a:chExt cx="0" cy="0"/>
        </a:xfrm>
      </p:grpSpPr>
      <p:sp>
        <p:nvSpPr>
          <p:cNvPr id="321" name="Google Shape;321;p64"/>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22" name="Google Shape;322;p64"/>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323" name="Google Shape;323;p6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4" name="Google Shape;324;p6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5" name="Google Shape;325;p6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None/>
              <a:defRPr/>
            </a:lvl1pPr>
            <a:lvl2pPr indent="0" lvl="1" marL="0" algn="r">
              <a:spcBef>
                <a:spcPts val="0"/>
              </a:spcBef>
              <a:spcAft>
                <a:spcPts val="0"/>
              </a:spcAft>
              <a:buNone/>
              <a:defRPr/>
            </a:lvl2pPr>
            <a:lvl3pPr indent="0" lvl="2" marL="0" algn="r">
              <a:spcBef>
                <a:spcPts val="0"/>
              </a:spcBef>
              <a:spcAft>
                <a:spcPts val="0"/>
              </a:spcAft>
              <a:buNone/>
              <a:defRPr/>
            </a:lvl3pPr>
            <a:lvl4pPr indent="0" lvl="3" marL="0" algn="r">
              <a:spcBef>
                <a:spcPts val="0"/>
              </a:spcBef>
              <a:spcAft>
                <a:spcPts val="0"/>
              </a:spcAft>
              <a:buNone/>
              <a:defRPr/>
            </a:lvl4pPr>
            <a:lvl5pPr indent="0" lvl="4" marL="0" algn="r">
              <a:spcBef>
                <a:spcPts val="0"/>
              </a:spcBef>
              <a:spcAft>
                <a:spcPts val="0"/>
              </a:spcAft>
              <a:buNone/>
              <a:defRPr/>
            </a:lvl5pPr>
            <a:lvl6pPr indent="0" lvl="5" marL="0" algn="r">
              <a:spcBef>
                <a:spcPts val="0"/>
              </a:spcBef>
              <a:spcAft>
                <a:spcPts val="0"/>
              </a:spcAft>
              <a:buNone/>
              <a:defRPr/>
            </a:lvl6pPr>
            <a:lvl7pPr indent="0" lvl="6" marL="0" algn="r">
              <a:spcBef>
                <a:spcPts val="0"/>
              </a:spcBef>
              <a:spcAft>
                <a:spcPts val="0"/>
              </a:spcAft>
              <a:buNone/>
              <a:defRPr/>
            </a:lvl7pPr>
            <a:lvl8pPr indent="0" lvl="7" marL="0" algn="r">
              <a:spcBef>
                <a:spcPts val="0"/>
              </a:spcBef>
              <a:spcAft>
                <a:spcPts val="0"/>
              </a:spcAft>
              <a:buNone/>
              <a:defRPr/>
            </a:lvl8pPr>
            <a:lvl9pPr indent="0" lvl="8" marL="0" algn="r">
              <a:spcBef>
                <a:spcPts val="0"/>
              </a:spcBef>
              <a:spcAft>
                <a:spcPts val="0"/>
              </a:spcAft>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326" name="Shape 326"/>
        <p:cNvGrpSpPr/>
        <p:nvPr/>
      </p:nvGrpSpPr>
      <p:grpSpPr>
        <a:xfrm>
          <a:off x="0" y="0"/>
          <a:ext cx="0" cy="0"/>
          <a:chOff x="0" y="0"/>
          <a:chExt cx="0" cy="0"/>
        </a:xfrm>
      </p:grpSpPr>
      <p:sp>
        <p:nvSpPr>
          <p:cNvPr id="327" name="Google Shape;327;p6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28" name="Google Shape;328;p65"/>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329" name="Google Shape;329;p6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30" name="Google Shape;330;p6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31" name="Google Shape;331;p6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None/>
              <a:defRPr/>
            </a:lvl1pPr>
            <a:lvl2pPr indent="0" lvl="1" marL="0" algn="r">
              <a:spcBef>
                <a:spcPts val="0"/>
              </a:spcBef>
              <a:spcAft>
                <a:spcPts val="0"/>
              </a:spcAft>
              <a:buNone/>
              <a:defRPr/>
            </a:lvl2pPr>
            <a:lvl3pPr indent="0" lvl="2" marL="0" algn="r">
              <a:spcBef>
                <a:spcPts val="0"/>
              </a:spcBef>
              <a:spcAft>
                <a:spcPts val="0"/>
              </a:spcAft>
              <a:buNone/>
              <a:defRPr/>
            </a:lvl3pPr>
            <a:lvl4pPr indent="0" lvl="3" marL="0" algn="r">
              <a:spcBef>
                <a:spcPts val="0"/>
              </a:spcBef>
              <a:spcAft>
                <a:spcPts val="0"/>
              </a:spcAft>
              <a:buNone/>
              <a:defRPr/>
            </a:lvl4pPr>
            <a:lvl5pPr indent="0" lvl="4" marL="0" algn="r">
              <a:spcBef>
                <a:spcPts val="0"/>
              </a:spcBef>
              <a:spcAft>
                <a:spcPts val="0"/>
              </a:spcAft>
              <a:buNone/>
              <a:defRPr/>
            </a:lvl5pPr>
            <a:lvl6pPr indent="0" lvl="5" marL="0" algn="r">
              <a:spcBef>
                <a:spcPts val="0"/>
              </a:spcBef>
              <a:spcAft>
                <a:spcPts val="0"/>
              </a:spcAft>
              <a:buNone/>
              <a:defRPr/>
            </a:lvl6pPr>
            <a:lvl7pPr indent="0" lvl="6" marL="0" algn="r">
              <a:spcBef>
                <a:spcPts val="0"/>
              </a:spcBef>
              <a:spcAft>
                <a:spcPts val="0"/>
              </a:spcAft>
              <a:buNone/>
              <a:defRPr/>
            </a:lvl7pPr>
            <a:lvl8pPr indent="0" lvl="7" marL="0" algn="r">
              <a:spcBef>
                <a:spcPts val="0"/>
              </a:spcBef>
              <a:spcAft>
                <a:spcPts val="0"/>
              </a:spcAft>
              <a:buNone/>
              <a:defRPr/>
            </a:lvl8pPr>
            <a:lvl9pPr indent="0" lvl="8" marL="0" algn="r">
              <a:spcBef>
                <a:spcPts val="0"/>
              </a:spcBef>
              <a:spcAft>
                <a:spcPts val="0"/>
              </a:spcAft>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32" name="Shape 332"/>
        <p:cNvGrpSpPr/>
        <p:nvPr/>
      </p:nvGrpSpPr>
      <p:grpSpPr>
        <a:xfrm>
          <a:off x="0" y="0"/>
          <a:ext cx="0" cy="0"/>
          <a:chOff x="0" y="0"/>
          <a:chExt cx="0" cy="0"/>
        </a:xfrm>
      </p:grpSpPr>
      <p:sp>
        <p:nvSpPr>
          <p:cNvPr id="333" name="Google Shape;333;p66"/>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34" name="Google Shape;334;p66"/>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35" name="Google Shape;335;p6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36" name="Google Shape;336;p6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37" name="Google Shape;337;p6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None/>
              <a:defRPr/>
            </a:lvl1pPr>
            <a:lvl2pPr indent="0" lvl="1" marL="0" algn="r">
              <a:spcBef>
                <a:spcPts val="0"/>
              </a:spcBef>
              <a:spcAft>
                <a:spcPts val="0"/>
              </a:spcAft>
              <a:buNone/>
              <a:defRPr/>
            </a:lvl2pPr>
            <a:lvl3pPr indent="0" lvl="2" marL="0" algn="r">
              <a:spcBef>
                <a:spcPts val="0"/>
              </a:spcBef>
              <a:spcAft>
                <a:spcPts val="0"/>
              </a:spcAft>
              <a:buNone/>
              <a:defRPr/>
            </a:lvl3pPr>
            <a:lvl4pPr indent="0" lvl="3" marL="0" algn="r">
              <a:spcBef>
                <a:spcPts val="0"/>
              </a:spcBef>
              <a:spcAft>
                <a:spcPts val="0"/>
              </a:spcAft>
              <a:buNone/>
              <a:defRPr/>
            </a:lvl4pPr>
            <a:lvl5pPr indent="0" lvl="4" marL="0" algn="r">
              <a:spcBef>
                <a:spcPts val="0"/>
              </a:spcBef>
              <a:spcAft>
                <a:spcPts val="0"/>
              </a:spcAft>
              <a:buNone/>
              <a:defRPr/>
            </a:lvl5pPr>
            <a:lvl6pPr indent="0" lvl="5" marL="0" algn="r">
              <a:spcBef>
                <a:spcPts val="0"/>
              </a:spcBef>
              <a:spcAft>
                <a:spcPts val="0"/>
              </a:spcAft>
              <a:buNone/>
              <a:defRPr/>
            </a:lvl6pPr>
            <a:lvl7pPr indent="0" lvl="6" marL="0" algn="r">
              <a:spcBef>
                <a:spcPts val="0"/>
              </a:spcBef>
              <a:spcAft>
                <a:spcPts val="0"/>
              </a:spcAft>
              <a:buNone/>
              <a:defRPr/>
            </a:lvl7pPr>
            <a:lvl8pPr indent="0" lvl="7" marL="0" algn="r">
              <a:spcBef>
                <a:spcPts val="0"/>
              </a:spcBef>
              <a:spcAft>
                <a:spcPts val="0"/>
              </a:spcAft>
              <a:buNone/>
              <a:defRPr/>
            </a:lvl8pPr>
            <a:lvl9pPr indent="0" lvl="8" marL="0" algn="r">
              <a:spcBef>
                <a:spcPts val="0"/>
              </a:spcBef>
              <a:spcAft>
                <a:spcPts val="0"/>
              </a:spcAft>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8" name="Shape 338"/>
        <p:cNvGrpSpPr/>
        <p:nvPr/>
      </p:nvGrpSpPr>
      <p:grpSpPr>
        <a:xfrm>
          <a:off x="0" y="0"/>
          <a:ext cx="0" cy="0"/>
          <a:chOff x="0" y="0"/>
          <a:chExt cx="0" cy="0"/>
        </a:xfrm>
      </p:grpSpPr>
      <p:sp>
        <p:nvSpPr>
          <p:cNvPr id="339" name="Google Shape;339;p6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40" name="Google Shape;340;p67"/>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41" name="Google Shape;341;p67"/>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42" name="Google Shape;342;p6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3" name="Google Shape;343;p6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4" name="Google Shape;344;p6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None/>
              <a:defRPr/>
            </a:lvl1pPr>
            <a:lvl2pPr indent="0" lvl="1" marL="0" algn="r">
              <a:spcBef>
                <a:spcPts val="0"/>
              </a:spcBef>
              <a:spcAft>
                <a:spcPts val="0"/>
              </a:spcAft>
              <a:buNone/>
              <a:defRPr/>
            </a:lvl2pPr>
            <a:lvl3pPr indent="0" lvl="2" marL="0" algn="r">
              <a:spcBef>
                <a:spcPts val="0"/>
              </a:spcBef>
              <a:spcAft>
                <a:spcPts val="0"/>
              </a:spcAft>
              <a:buNone/>
              <a:defRPr/>
            </a:lvl3pPr>
            <a:lvl4pPr indent="0" lvl="3" marL="0" algn="r">
              <a:spcBef>
                <a:spcPts val="0"/>
              </a:spcBef>
              <a:spcAft>
                <a:spcPts val="0"/>
              </a:spcAft>
              <a:buNone/>
              <a:defRPr/>
            </a:lvl4pPr>
            <a:lvl5pPr indent="0" lvl="4" marL="0" algn="r">
              <a:spcBef>
                <a:spcPts val="0"/>
              </a:spcBef>
              <a:spcAft>
                <a:spcPts val="0"/>
              </a:spcAft>
              <a:buNone/>
              <a:defRPr/>
            </a:lvl5pPr>
            <a:lvl6pPr indent="0" lvl="5" marL="0" algn="r">
              <a:spcBef>
                <a:spcPts val="0"/>
              </a:spcBef>
              <a:spcAft>
                <a:spcPts val="0"/>
              </a:spcAft>
              <a:buNone/>
              <a:defRPr/>
            </a:lvl6pPr>
            <a:lvl7pPr indent="0" lvl="6" marL="0" algn="r">
              <a:spcBef>
                <a:spcPts val="0"/>
              </a:spcBef>
              <a:spcAft>
                <a:spcPts val="0"/>
              </a:spcAft>
              <a:buNone/>
              <a:defRPr/>
            </a:lvl7pPr>
            <a:lvl8pPr indent="0" lvl="7" marL="0" algn="r">
              <a:spcBef>
                <a:spcPts val="0"/>
              </a:spcBef>
              <a:spcAft>
                <a:spcPts val="0"/>
              </a:spcAft>
              <a:buNone/>
              <a:defRPr/>
            </a:lvl8pPr>
            <a:lvl9pPr indent="0" lvl="8" marL="0" algn="r">
              <a:spcBef>
                <a:spcPts val="0"/>
              </a:spcBef>
              <a:spcAft>
                <a:spcPts val="0"/>
              </a:spcAft>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345" name="Shape 345"/>
        <p:cNvGrpSpPr/>
        <p:nvPr/>
      </p:nvGrpSpPr>
      <p:grpSpPr>
        <a:xfrm>
          <a:off x="0" y="0"/>
          <a:ext cx="0" cy="0"/>
          <a:chOff x="0" y="0"/>
          <a:chExt cx="0" cy="0"/>
        </a:xfrm>
      </p:grpSpPr>
      <p:sp>
        <p:nvSpPr>
          <p:cNvPr id="346" name="Google Shape;346;p6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47" name="Google Shape;347;p68"/>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348" name="Google Shape;348;p68"/>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349" name="Google Shape;349;p68"/>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350" name="Google Shape;350;p68"/>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351" name="Google Shape;351;p6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2" name="Google Shape;352;p6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3" name="Google Shape;353;p6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None/>
              <a:defRPr/>
            </a:lvl1pPr>
            <a:lvl2pPr indent="0" lvl="1" marL="0" algn="r">
              <a:spcBef>
                <a:spcPts val="0"/>
              </a:spcBef>
              <a:spcAft>
                <a:spcPts val="0"/>
              </a:spcAft>
              <a:buNone/>
              <a:defRPr/>
            </a:lvl2pPr>
            <a:lvl3pPr indent="0" lvl="2" marL="0" algn="r">
              <a:spcBef>
                <a:spcPts val="0"/>
              </a:spcBef>
              <a:spcAft>
                <a:spcPts val="0"/>
              </a:spcAft>
              <a:buNone/>
              <a:defRPr/>
            </a:lvl3pPr>
            <a:lvl4pPr indent="0" lvl="3" marL="0" algn="r">
              <a:spcBef>
                <a:spcPts val="0"/>
              </a:spcBef>
              <a:spcAft>
                <a:spcPts val="0"/>
              </a:spcAft>
              <a:buNone/>
              <a:defRPr/>
            </a:lvl4pPr>
            <a:lvl5pPr indent="0" lvl="4" marL="0" algn="r">
              <a:spcBef>
                <a:spcPts val="0"/>
              </a:spcBef>
              <a:spcAft>
                <a:spcPts val="0"/>
              </a:spcAft>
              <a:buNone/>
              <a:defRPr/>
            </a:lvl5pPr>
            <a:lvl6pPr indent="0" lvl="5" marL="0" algn="r">
              <a:spcBef>
                <a:spcPts val="0"/>
              </a:spcBef>
              <a:spcAft>
                <a:spcPts val="0"/>
              </a:spcAft>
              <a:buNone/>
              <a:defRPr/>
            </a:lvl6pPr>
            <a:lvl7pPr indent="0" lvl="6" marL="0" algn="r">
              <a:spcBef>
                <a:spcPts val="0"/>
              </a:spcBef>
              <a:spcAft>
                <a:spcPts val="0"/>
              </a:spcAft>
              <a:buNone/>
              <a:defRPr/>
            </a:lvl7pPr>
            <a:lvl8pPr indent="0" lvl="7" marL="0" algn="r">
              <a:spcBef>
                <a:spcPts val="0"/>
              </a:spcBef>
              <a:spcAft>
                <a:spcPts val="0"/>
              </a:spcAft>
              <a:buNone/>
              <a:defRPr/>
            </a:lvl8pPr>
            <a:lvl9pPr indent="0" lvl="8" marL="0" algn="r">
              <a:spcBef>
                <a:spcPts val="0"/>
              </a:spcBef>
              <a:spcAft>
                <a:spcPts val="0"/>
              </a:spcAft>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54" name="Shape 354"/>
        <p:cNvGrpSpPr/>
        <p:nvPr/>
      </p:nvGrpSpPr>
      <p:grpSpPr>
        <a:xfrm>
          <a:off x="0" y="0"/>
          <a:ext cx="0" cy="0"/>
          <a:chOff x="0" y="0"/>
          <a:chExt cx="0" cy="0"/>
        </a:xfrm>
      </p:grpSpPr>
      <p:sp>
        <p:nvSpPr>
          <p:cNvPr id="355" name="Google Shape;355;p6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6" name="Google Shape;356;p6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7" name="Google Shape;357;p6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8" name="Google Shape;358;p6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None/>
              <a:defRPr/>
            </a:lvl1pPr>
            <a:lvl2pPr indent="0" lvl="1" marL="0" algn="r">
              <a:spcBef>
                <a:spcPts val="0"/>
              </a:spcBef>
              <a:spcAft>
                <a:spcPts val="0"/>
              </a:spcAft>
              <a:buNone/>
              <a:defRPr/>
            </a:lvl2pPr>
            <a:lvl3pPr indent="0" lvl="2" marL="0" algn="r">
              <a:spcBef>
                <a:spcPts val="0"/>
              </a:spcBef>
              <a:spcAft>
                <a:spcPts val="0"/>
              </a:spcAft>
              <a:buNone/>
              <a:defRPr/>
            </a:lvl3pPr>
            <a:lvl4pPr indent="0" lvl="3" marL="0" algn="r">
              <a:spcBef>
                <a:spcPts val="0"/>
              </a:spcBef>
              <a:spcAft>
                <a:spcPts val="0"/>
              </a:spcAft>
              <a:buNone/>
              <a:defRPr/>
            </a:lvl4pPr>
            <a:lvl5pPr indent="0" lvl="4" marL="0" algn="r">
              <a:spcBef>
                <a:spcPts val="0"/>
              </a:spcBef>
              <a:spcAft>
                <a:spcPts val="0"/>
              </a:spcAft>
              <a:buNone/>
              <a:defRPr/>
            </a:lvl5pPr>
            <a:lvl6pPr indent="0" lvl="5" marL="0" algn="r">
              <a:spcBef>
                <a:spcPts val="0"/>
              </a:spcBef>
              <a:spcAft>
                <a:spcPts val="0"/>
              </a:spcAft>
              <a:buNone/>
              <a:defRPr/>
            </a:lvl6pPr>
            <a:lvl7pPr indent="0" lvl="6" marL="0" algn="r">
              <a:spcBef>
                <a:spcPts val="0"/>
              </a:spcBef>
              <a:spcAft>
                <a:spcPts val="0"/>
              </a:spcAft>
              <a:buNone/>
              <a:defRPr/>
            </a:lvl7pPr>
            <a:lvl8pPr indent="0" lvl="7" marL="0" algn="r">
              <a:spcBef>
                <a:spcPts val="0"/>
              </a:spcBef>
              <a:spcAft>
                <a:spcPts val="0"/>
              </a:spcAft>
              <a:buNone/>
              <a:defRPr/>
            </a:lvl8pPr>
            <a:lvl9pPr indent="0" lvl="8" marL="0" algn="r">
              <a:spcBef>
                <a:spcPts val="0"/>
              </a:spcBef>
              <a:spcAft>
                <a:spcPts val="0"/>
              </a:spcAft>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359" name="Shape 359"/>
        <p:cNvGrpSpPr/>
        <p:nvPr/>
      </p:nvGrpSpPr>
      <p:grpSpPr>
        <a:xfrm>
          <a:off x="0" y="0"/>
          <a:ext cx="0" cy="0"/>
          <a:chOff x="0" y="0"/>
          <a:chExt cx="0" cy="0"/>
        </a:xfrm>
      </p:grpSpPr>
      <p:sp>
        <p:nvSpPr>
          <p:cNvPr id="360" name="Google Shape;360;p7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61" name="Google Shape;361;p7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62" name="Google Shape;362;p7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None/>
              <a:defRPr/>
            </a:lvl1pPr>
            <a:lvl2pPr indent="0" lvl="1" marL="0" algn="r">
              <a:spcBef>
                <a:spcPts val="0"/>
              </a:spcBef>
              <a:spcAft>
                <a:spcPts val="0"/>
              </a:spcAft>
              <a:buNone/>
              <a:defRPr/>
            </a:lvl2pPr>
            <a:lvl3pPr indent="0" lvl="2" marL="0" algn="r">
              <a:spcBef>
                <a:spcPts val="0"/>
              </a:spcBef>
              <a:spcAft>
                <a:spcPts val="0"/>
              </a:spcAft>
              <a:buNone/>
              <a:defRPr/>
            </a:lvl3pPr>
            <a:lvl4pPr indent="0" lvl="3" marL="0" algn="r">
              <a:spcBef>
                <a:spcPts val="0"/>
              </a:spcBef>
              <a:spcAft>
                <a:spcPts val="0"/>
              </a:spcAft>
              <a:buNone/>
              <a:defRPr/>
            </a:lvl4pPr>
            <a:lvl5pPr indent="0" lvl="4" marL="0" algn="r">
              <a:spcBef>
                <a:spcPts val="0"/>
              </a:spcBef>
              <a:spcAft>
                <a:spcPts val="0"/>
              </a:spcAft>
              <a:buNone/>
              <a:defRPr/>
            </a:lvl5pPr>
            <a:lvl6pPr indent="0" lvl="5" marL="0" algn="r">
              <a:spcBef>
                <a:spcPts val="0"/>
              </a:spcBef>
              <a:spcAft>
                <a:spcPts val="0"/>
              </a:spcAft>
              <a:buNone/>
              <a:defRPr/>
            </a:lvl6pPr>
            <a:lvl7pPr indent="0" lvl="6" marL="0" algn="r">
              <a:spcBef>
                <a:spcPts val="0"/>
              </a:spcBef>
              <a:spcAft>
                <a:spcPts val="0"/>
              </a:spcAft>
              <a:buNone/>
              <a:defRPr/>
            </a:lvl7pPr>
            <a:lvl8pPr indent="0" lvl="7" marL="0" algn="r">
              <a:spcBef>
                <a:spcPts val="0"/>
              </a:spcBef>
              <a:spcAft>
                <a:spcPts val="0"/>
              </a:spcAft>
              <a:buNone/>
              <a:defRPr/>
            </a:lvl8pPr>
            <a:lvl9pPr indent="0" lvl="8" marL="0" algn="r">
              <a:spcBef>
                <a:spcPts val="0"/>
              </a:spcBef>
              <a:spcAft>
                <a:spcPts val="0"/>
              </a:spcAft>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363" name="Shape 363"/>
        <p:cNvGrpSpPr/>
        <p:nvPr/>
      </p:nvGrpSpPr>
      <p:grpSpPr>
        <a:xfrm>
          <a:off x="0" y="0"/>
          <a:ext cx="0" cy="0"/>
          <a:chOff x="0" y="0"/>
          <a:chExt cx="0" cy="0"/>
        </a:xfrm>
      </p:grpSpPr>
      <p:sp>
        <p:nvSpPr>
          <p:cNvPr id="364" name="Google Shape;364;p71"/>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65" name="Google Shape;365;p71"/>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366" name="Google Shape;366;p71"/>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367" name="Google Shape;367;p7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68" name="Google Shape;368;p7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69" name="Google Shape;369;p7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None/>
              <a:defRPr/>
            </a:lvl1pPr>
            <a:lvl2pPr indent="0" lvl="1" marL="0" algn="r">
              <a:spcBef>
                <a:spcPts val="0"/>
              </a:spcBef>
              <a:spcAft>
                <a:spcPts val="0"/>
              </a:spcAft>
              <a:buNone/>
              <a:defRPr/>
            </a:lvl2pPr>
            <a:lvl3pPr indent="0" lvl="2" marL="0" algn="r">
              <a:spcBef>
                <a:spcPts val="0"/>
              </a:spcBef>
              <a:spcAft>
                <a:spcPts val="0"/>
              </a:spcAft>
              <a:buNone/>
              <a:defRPr/>
            </a:lvl3pPr>
            <a:lvl4pPr indent="0" lvl="3" marL="0" algn="r">
              <a:spcBef>
                <a:spcPts val="0"/>
              </a:spcBef>
              <a:spcAft>
                <a:spcPts val="0"/>
              </a:spcAft>
              <a:buNone/>
              <a:defRPr/>
            </a:lvl4pPr>
            <a:lvl5pPr indent="0" lvl="4" marL="0" algn="r">
              <a:spcBef>
                <a:spcPts val="0"/>
              </a:spcBef>
              <a:spcAft>
                <a:spcPts val="0"/>
              </a:spcAft>
              <a:buNone/>
              <a:defRPr/>
            </a:lvl5pPr>
            <a:lvl6pPr indent="0" lvl="5" marL="0" algn="r">
              <a:spcBef>
                <a:spcPts val="0"/>
              </a:spcBef>
              <a:spcAft>
                <a:spcPts val="0"/>
              </a:spcAft>
              <a:buNone/>
              <a:defRPr/>
            </a:lvl6pPr>
            <a:lvl7pPr indent="0" lvl="6" marL="0" algn="r">
              <a:spcBef>
                <a:spcPts val="0"/>
              </a:spcBef>
              <a:spcAft>
                <a:spcPts val="0"/>
              </a:spcAft>
              <a:buNone/>
              <a:defRPr/>
            </a:lvl7pPr>
            <a:lvl8pPr indent="0" lvl="7" marL="0" algn="r">
              <a:spcBef>
                <a:spcPts val="0"/>
              </a:spcBef>
              <a:spcAft>
                <a:spcPts val="0"/>
              </a:spcAft>
              <a:buNone/>
              <a:defRPr/>
            </a:lvl8pPr>
            <a:lvl9pPr indent="0" lvl="8" marL="0" algn="r">
              <a:spcBef>
                <a:spcPts val="0"/>
              </a:spcBef>
              <a:spcAft>
                <a:spcPts val="0"/>
              </a:spcAft>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370" name="Shape 370"/>
        <p:cNvGrpSpPr/>
        <p:nvPr/>
      </p:nvGrpSpPr>
      <p:grpSpPr>
        <a:xfrm>
          <a:off x="0" y="0"/>
          <a:ext cx="0" cy="0"/>
          <a:chOff x="0" y="0"/>
          <a:chExt cx="0" cy="0"/>
        </a:xfrm>
      </p:grpSpPr>
      <p:sp>
        <p:nvSpPr>
          <p:cNvPr id="371" name="Google Shape;371;p72"/>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72" name="Google Shape;372;p72"/>
          <p:cNvSpPr/>
          <p:nvPr>
            <p:ph idx="2" type="pic"/>
          </p:nvPr>
        </p:nvSpPr>
        <p:spPr>
          <a:xfrm>
            <a:off x="1792288" y="612775"/>
            <a:ext cx="5486400" cy="4114800"/>
          </a:xfrm>
          <a:prstGeom prst="rect">
            <a:avLst/>
          </a:prstGeom>
          <a:noFill/>
          <a:ln>
            <a:noFill/>
          </a:ln>
        </p:spPr>
      </p:sp>
      <p:sp>
        <p:nvSpPr>
          <p:cNvPr id="373" name="Google Shape;373;p72"/>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374" name="Google Shape;374;p7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75" name="Google Shape;375;p7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76" name="Google Shape;376;p7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None/>
              <a:defRPr/>
            </a:lvl1pPr>
            <a:lvl2pPr indent="0" lvl="1" marL="0" algn="r">
              <a:spcBef>
                <a:spcPts val="0"/>
              </a:spcBef>
              <a:spcAft>
                <a:spcPts val="0"/>
              </a:spcAft>
              <a:buNone/>
              <a:defRPr/>
            </a:lvl2pPr>
            <a:lvl3pPr indent="0" lvl="2" marL="0" algn="r">
              <a:spcBef>
                <a:spcPts val="0"/>
              </a:spcBef>
              <a:spcAft>
                <a:spcPts val="0"/>
              </a:spcAft>
              <a:buNone/>
              <a:defRPr/>
            </a:lvl3pPr>
            <a:lvl4pPr indent="0" lvl="3" marL="0" algn="r">
              <a:spcBef>
                <a:spcPts val="0"/>
              </a:spcBef>
              <a:spcAft>
                <a:spcPts val="0"/>
              </a:spcAft>
              <a:buNone/>
              <a:defRPr/>
            </a:lvl4pPr>
            <a:lvl5pPr indent="0" lvl="4" marL="0" algn="r">
              <a:spcBef>
                <a:spcPts val="0"/>
              </a:spcBef>
              <a:spcAft>
                <a:spcPts val="0"/>
              </a:spcAft>
              <a:buNone/>
              <a:defRPr/>
            </a:lvl5pPr>
            <a:lvl6pPr indent="0" lvl="5" marL="0" algn="r">
              <a:spcBef>
                <a:spcPts val="0"/>
              </a:spcBef>
              <a:spcAft>
                <a:spcPts val="0"/>
              </a:spcAft>
              <a:buNone/>
              <a:defRPr/>
            </a:lvl6pPr>
            <a:lvl7pPr indent="0" lvl="6" marL="0" algn="r">
              <a:spcBef>
                <a:spcPts val="0"/>
              </a:spcBef>
              <a:spcAft>
                <a:spcPts val="0"/>
              </a:spcAft>
              <a:buNone/>
              <a:defRPr/>
            </a:lvl7pPr>
            <a:lvl8pPr indent="0" lvl="7" marL="0" algn="r">
              <a:spcBef>
                <a:spcPts val="0"/>
              </a:spcBef>
              <a:spcAft>
                <a:spcPts val="0"/>
              </a:spcAft>
              <a:buNone/>
              <a:defRPr/>
            </a:lvl8pPr>
            <a:lvl9pPr indent="0" lvl="8" marL="0" algn="r">
              <a:spcBef>
                <a:spcPts val="0"/>
              </a:spcBef>
              <a:spcAft>
                <a:spcPts val="0"/>
              </a:spcAft>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377" name="Shape 377"/>
        <p:cNvGrpSpPr/>
        <p:nvPr/>
      </p:nvGrpSpPr>
      <p:grpSpPr>
        <a:xfrm>
          <a:off x="0" y="0"/>
          <a:ext cx="0" cy="0"/>
          <a:chOff x="0" y="0"/>
          <a:chExt cx="0" cy="0"/>
        </a:xfrm>
      </p:grpSpPr>
      <p:sp>
        <p:nvSpPr>
          <p:cNvPr id="378" name="Google Shape;378;p7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79" name="Google Shape;379;p73"/>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380" name="Google Shape;380;p7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1" name="Google Shape;381;p7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2" name="Google Shape;382;p7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None/>
              <a:defRPr/>
            </a:lvl1pPr>
            <a:lvl2pPr indent="0" lvl="1" marL="0" algn="r">
              <a:spcBef>
                <a:spcPts val="0"/>
              </a:spcBef>
              <a:spcAft>
                <a:spcPts val="0"/>
              </a:spcAft>
              <a:buNone/>
              <a:defRPr/>
            </a:lvl2pPr>
            <a:lvl3pPr indent="0" lvl="2" marL="0" algn="r">
              <a:spcBef>
                <a:spcPts val="0"/>
              </a:spcBef>
              <a:spcAft>
                <a:spcPts val="0"/>
              </a:spcAft>
              <a:buNone/>
              <a:defRPr/>
            </a:lvl3pPr>
            <a:lvl4pPr indent="0" lvl="3" marL="0" algn="r">
              <a:spcBef>
                <a:spcPts val="0"/>
              </a:spcBef>
              <a:spcAft>
                <a:spcPts val="0"/>
              </a:spcAft>
              <a:buNone/>
              <a:defRPr/>
            </a:lvl4pPr>
            <a:lvl5pPr indent="0" lvl="4" marL="0" algn="r">
              <a:spcBef>
                <a:spcPts val="0"/>
              </a:spcBef>
              <a:spcAft>
                <a:spcPts val="0"/>
              </a:spcAft>
              <a:buNone/>
              <a:defRPr/>
            </a:lvl5pPr>
            <a:lvl6pPr indent="0" lvl="5" marL="0" algn="r">
              <a:spcBef>
                <a:spcPts val="0"/>
              </a:spcBef>
              <a:spcAft>
                <a:spcPts val="0"/>
              </a:spcAft>
              <a:buNone/>
              <a:defRPr/>
            </a:lvl6pPr>
            <a:lvl7pPr indent="0" lvl="6" marL="0" algn="r">
              <a:spcBef>
                <a:spcPts val="0"/>
              </a:spcBef>
              <a:spcAft>
                <a:spcPts val="0"/>
              </a:spcAft>
              <a:buNone/>
              <a:defRPr/>
            </a:lvl7pPr>
            <a:lvl8pPr indent="0" lvl="7" marL="0" algn="r">
              <a:spcBef>
                <a:spcPts val="0"/>
              </a:spcBef>
              <a:spcAft>
                <a:spcPts val="0"/>
              </a:spcAft>
              <a:buNone/>
              <a:defRPr/>
            </a:lvl8pPr>
            <a:lvl9pPr indent="0" lvl="8" marL="0" algn="r">
              <a:spcBef>
                <a:spcPts val="0"/>
              </a:spcBef>
              <a:spcAft>
                <a:spcPts val="0"/>
              </a:spcAft>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383" name="Shape 383"/>
        <p:cNvGrpSpPr/>
        <p:nvPr/>
      </p:nvGrpSpPr>
      <p:grpSpPr>
        <a:xfrm>
          <a:off x="0" y="0"/>
          <a:ext cx="0" cy="0"/>
          <a:chOff x="0" y="0"/>
          <a:chExt cx="0" cy="0"/>
        </a:xfrm>
      </p:grpSpPr>
      <p:sp>
        <p:nvSpPr>
          <p:cNvPr id="384" name="Google Shape;384;p74"/>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85" name="Google Shape;385;p74"/>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386" name="Google Shape;386;p7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7" name="Google Shape;387;p7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8" name="Google Shape;388;p7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None/>
              <a:defRPr/>
            </a:lvl1pPr>
            <a:lvl2pPr indent="0" lvl="1" marL="0" algn="r">
              <a:spcBef>
                <a:spcPts val="0"/>
              </a:spcBef>
              <a:spcAft>
                <a:spcPts val="0"/>
              </a:spcAft>
              <a:buNone/>
              <a:defRPr/>
            </a:lvl2pPr>
            <a:lvl3pPr indent="0" lvl="2" marL="0" algn="r">
              <a:spcBef>
                <a:spcPts val="0"/>
              </a:spcBef>
              <a:spcAft>
                <a:spcPts val="0"/>
              </a:spcAft>
              <a:buNone/>
              <a:defRPr/>
            </a:lvl3pPr>
            <a:lvl4pPr indent="0" lvl="3" marL="0" algn="r">
              <a:spcBef>
                <a:spcPts val="0"/>
              </a:spcBef>
              <a:spcAft>
                <a:spcPts val="0"/>
              </a:spcAft>
              <a:buNone/>
              <a:defRPr/>
            </a:lvl4pPr>
            <a:lvl5pPr indent="0" lvl="4" marL="0" algn="r">
              <a:spcBef>
                <a:spcPts val="0"/>
              </a:spcBef>
              <a:spcAft>
                <a:spcPts val="0"/>
              </a:spcAft>
              <a:buNone/>
              <a:defRPr/>
            </a:lvl5pPr>
            <a:lvl6pPr indent="0" lvl="5" marL="0" algn="r">
              <a:spcBef>
                <a:spcPts val="0"/>
              </a:spcBef>
              <a:spcAft>
                <a:spcPts val="0"/>
              </a:spcAft>
              <a:buNone/>
              <a:defRPr/>
            </a:lvl6pPr>
            <a:lvl7pPr indent="0" lvl="6" marL="0" algn="r">
              <a:spcBef>
                <a:spcPts val="0"/>
              </a:spcBef>
              <a:spcAft>
                <a:spcPts val="0"/>
              </a:spcAft>
              <a:buNone/>
              <a:defRPr/>
            </a:lvl7pPr>
            <a:lvl8pPr indent="0" lvl="7" marL="0" algn="r">
              <a:spcBef>
                <a:spcPts val="0"/>
              </a:spcBef>
              <a:spcAft>
                <a:spcPts val="0"/>
              </a:spcAft>
              <a:buNone/>
              <a:defRPr/>
            </a:lvl8pPr>
            <a:lvl9pPr indent="0" lvl="8" marL="0" algn="r">
              <a:spcBef>
                <a:spcPts val="0"/>
              </a:spcBef>
              <a:spcAft>
                <a:spcPts val="0"/>
              </a:spcAft>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7.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slideLayout" Target="../slideLayouts/slideLayout3.xml"/><Relationship Id="rId3" Type="http://schemas.openxmlformats.org/officeDocument/2006/relationships/slideLayout" Target="../slideLayouts/slideLayout4.xml"/><Relationship Id="rId4" Type="http://schemas.openxmlformats.org/officeDocument/2006/relationships/slideLayout" Target="../slideLayouts/slideLayout5.xml"/><Relationship Id="rId11" Type="http://schemas.openxmlformats.org/officeDocument/2006/relationships/slideLayout" Target="../slideLayouts/slideLayout12.xml"/><Relationship Id="rId10" Type="http://schemas.openxmlformats.org/officeDocument/2006/relationships/slideLayout" Target="../slideLayouts/slideLayout11.xml"/><Relationship Id="rId12" Type="http://schemas.openxmlformats.org/officeDocument/2006/relationships/theme" Target="../theme/theme3.xml"/><Relationship Id="rId9" Type="http://schemas.openxmlformats.org/officeDocument/2006/relationships/slideLayout" Target="../slideLayouts/slideLayout10.xml"/><Relationship Id="rId5" Type="http://schemas.openxmlformats.org/officeDocument/2006/relationships/slideLayout" Target="../slideLayouts/slideLayout6.xml"/><Relationship Id="rId6" Type="http://schemas.openxmlformats.org/officeDocument/2006/relationships/slideLayout" Target="../slideLayouts/slideLayout7.xml"/><Relationship Id="rId7" Type="http://schemas.openxmlformats.org/officeDocument/2006/relationships/slideLayout" Target="../slideLayouts/slideLayout8.xml"/><Relationship Id="rId8" Type="http://schemas.openxmlformats.org/officeDocument/2006/relationships/slideLayout" Target="../slideLayouts/slideLayout9.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slideLayout" Target="../slideLayouts/slideLayout14.xml"/><Relationship Id="rId3" Type="http://schemas.openxmlformats.org/officeDocument/2006/relationships/slideLayout" Target="../slideLayouts/slideLayout15.xml"/><Relationship Id="rId4" Type="http://schemas.openxmlformats.org/officeDocument/2006/relationships/slideLayout" Target="../slideLayouts/slideLayout16.xml"/><Relationship Id="rId11" Type="http://schemas.openxmlformats.org/officeDocument/2006/relationships/slideLayout" Target="../slideLayouts/slideLayout23.xml"/><Relationship Id="rId10" Type="http://schemas.openxmlformats.org/officeDocument/2006/relationships/slideLayout" Target="../slideLayouts/slideLayout22.xml"/><Relationship Id="rId12" Type="http://schemas.openxmlformats.org/officeDocument/2006/relationships/theme" Target="../theme/theme4.xml"/><Relationship Id="rId9" Type="http://schemas.openxmlformats.org/officeDocument/2006/relationships/slideLayout" Target="../slideLayouts/slideLayout21.xml"/><Relationship Id="rId5" Type="http://schemas.openxmlformats.org/officeDocument/2006/relationships/slideLayout" Target="../slideLayouts/slideLayout17.xml"/><Relationship Id="rId6" Type="http://schemas.openxmlformats.org/officeDocument/2006/relationships/slideLayout" Target="../slideLayouts/slideLayout18.xml"/><Relationship Id="rId7" Type="http://schemas.openxmlformats.org/officeDocument/2006/relationships/slideLayout" Target="../slideLayouts/slideLayout19.xml"/><Relationship Id="rId8" Type="http://schemas.openxmlformats.org/officeDocument/2006/relationships/slideLayout" Target="../slideLayouts/slideLayout20.xml"/></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slideLayout" Target="../slideLayouts/slideLayout25.xml"/><Relationship Id="rId3" Type="http://schemas.openxmlformats.org/officeDocument/2006/relationships/slideLayout" Target="../slideLayouts/slideLayout26.xml"/><Relationship Id="rId4" Type="http://schemas.openxmlformats.org/officeDocument/2006/relationships/slideLayout" Target="../slideLayouts/slideLayout27.xml"/><Relationship Id="rId11" Type="http://schemas.openxmlformats.org/officeDocument/2006/relationships/slideLayout" Target="../slideLayouts/slideLayout34.xml"/><Relationship Id="rId10" Type="http://schemas.openxmlformats.org/officeDocument/2006/relationships/slideLayout" Target="../slideLayouts/slideLayout33.xml"/><Relationship Id="rId12" Type="http://schemas.openxmlformats.org/officeDocument/2006/relationships/theme" Target="../theme/theme5.xml"/><Relationship Id="rId9" Type="http://schemas.openxmlformats.org/officeDocument/2006/relationships/slideLayout" Target="../slideLayouts/slideLayout32.xml"/><Relationship Id="rId5" Type="http://schemas.openxmlformats.org/officeDocument/2006/relationships/slideLayout" Target="../slideLayouts/slideLayout28.xml"/><Relationship Id="rId6" Type="http://schemas.openxmlformats.org/officeDocument/2006/relationships/slideLayout" Target="../slideLayouts/slideLayout29.xml"/><Relationship Id="rId7" Type="http://schemas.openxmlformats.org/officeDocument/2006/relationships/slideLayout" Target="../slideLayouts/slideLayout30.xml"/><Relationship Id="rId8" Type="http://schemas.openxmlformats.org/officeDocument/2006/relationships/slideLayout" Target="../slideLayouts/slideLayout31.xml"/></Relationships>
</file>

<file path=ppt/slideMasters/_rels/slideMaster5.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slideLayout" Target="../slideLayouts/slideLayout36.xml"/><Relationship Id="rId3" Type="http://schemas.openxmlformats.org/officeDocument/2006/relationships/slideLayout" Target="../slideLayouts/slideLayout37.xml"/><Relationship Id="rId4" Type="http://schemas.openxmlformats.org/officeDocument/2006/relationships/slideLayout" Target="../slideLayouts/slideLayout38.xml"/><Relationship Id="rId11" Type="http://schemas.openxmlformats.org/officeDocument/2006/relationships/slideLayout" Target="../slideLayouts/slideLayout45.xml"/><Relationship Id="rId10" Type="http://schemas.openxmlformats.org/officeDocument/2006/relationships/slideLayout" Target="../slideLayouts/slideLayout44.xml"/><Relationship Id="rId12" Type="http://schemas.openxmlformats.org/officeDocument/2006/relationships/theme" Target="../theme/theme2.xml"/><Relationship Id="rId9" Type="http://schemas.openxmlformats.org/officeDocument/2006/relationships/slideLayout" Target="../slideLayouts/slideLayout43.xml"/><Relationship Id="rId5" Type="http://schemas.openxmlformats.org/officeDocument/2006/relationships/slideLayout" Target="../slideLayouts/slideLayout39.xml"/><Relationship Id="rId6" Type="http://schemas.openxmlformats.org/officeDocument/2006/relationships/slideLayout" Target="../slideLayouts/slideLayout40.xml"/><Relationship Id="rId7" Type="http://schemas.openxmlformats.org/officeDocument/2006/relationships/slideLayout" Target="../slideLayouts/slideLayout41.xml"/><Relationship Id="rId8" Type="http://schemas.openxmlformats.org/officeDocument/2006/relationships/slideLayout" Target="../slideLayouts/slideLayout42.xml"/></Relationships>
</file>

<file path=ppt/slideMasters/_rels/slideMaster6.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slideLayout" Target="../slideLayouts/slideLayout47.xml"/><Relationship Id="rId3" Type="http://schemas.openxmlformats.org/officeDocument/2006/relationships/slideLayout" Target="../slideLayouts/slideLayout48.xml"/><Relationship Id="rId4" Type="http://schemas.openxmlformats.org/officeDocument/2006/relationships/slideLayout" Target="../slideLayouts/slideLayout49.xml"/><Relationship Id="rId11" Type="http://schemas.openxmlformats.org/officeDocument/2006/relationships/slideLayout" Target="../slideLayouts/slideLayout56.xml"/><Relationship Id="rId10" Type="http://schemas.openxmlformats.org/officeDocument/2006/relationships/slideLayout" Target="../slideLayouts/slideLayout55.xml"/><Relationship Id="rId12" Type="http://schemas.openxmlformats.org/officeDocument/2006/relationships/theme" Target="../theme/theme6.xml"/><Relationship Id="rId9" Type="http://schemas.openxmlformats.org/officeDocument/2006/relationships/slideLayout" Target="../slideLayouts/slideLayout54.xml"/><Relationship Id="rId5" Type="http://schemas.openxmlformats.org/officeDocument/2006/relationships/slideLayout" Target="../slideLayouts/slideLayout50.xml"/><Relationship Id="rId6" Type="http://schemas.openxmlformats.org/officeDocument/2006/relationships/slideLayout" Target="../slideLayouts/slideLayout51.xml"/><Relationship Id="rId7" Type="http://schemas.openxmlformats.org/officeDocument/2006/relationships/slideLayout" Target="../slideLayouts/slideLayout52.xml"/><Relationship Id="rId8" Type="http://schemas.openxmlformats.org/officeDocument/2006/relationships/slideLayout" Target="../slideLayouts/slideLayout53.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9" name="Shape 9"/>
        <p:cNvGrpSpPr/>
        <p:nvPr/>
      </p:nvGrpSpPr>
      <p:grpSpPr>
        <a:xfrm>
          <a:off x="0" y="0"/>
          <a:ext cx="0" cy="0"/>
          <a:chOff x="0" y="0"/>
          <a:chExt cx="0" cy="0"/>
        </a:xfrm>
      </p:grpSpPr>
      <p:cxnSp>
        <p:nvCxnSpPr>
          <p:cNvPr id="10" name="Google Shape;10;p14"/>
          <p:cNvCxnSpPr/>
          <p:nvPr/>
        </p:nvCxnSpPr>
        <p:spPr>
          <a:xfrm>
            <a:off x="0" y="914400"/>
            <a:ext cx="9144000" cy="0"/>
          </a:xfrm>
          <a:prstGeom prst="straightConnector1">
            <a:avLst/>
          </a:prstGeom>
          <a:noFill/>
          <a:ln cap="flat" cmpd="sng" w="57150">
            <a:solidFill>
              <a:srgbClr val="FF4C00"/>
            </a:solidFill>
            <a:prstDash val="solid"/>
            <a:round/>
            <a:headEnd len="med" w="med" type="none"/>
            <a:tailEnd len="med" w="med" type="none"/>
          </a:ln>
        </p:spPr>
      </p:cxnSp>
      <p:sp>
        <p:nvSpPr>
          <p:cNvPr id="11" name="Google Shape;11;p14"/>
          <p:cNvSpPr txBox="1"/>
          <p:nvPr>
            <p:ph type="title"/>
          </p:nvPr>
        </p:nvSpPr>
        <p:spPr>
          <a:xfrm>
            <a:off x="946404" y="365760"/>
            <a:ext cx="7269480" cy="1325562"/>
          </a:xfrm>
          <a:prstGeom prst="rect">
            <a:avLst/>
          </a:prstGeom>
          <a:noFill/>
          <a:ln>
            <a:noFill/>
          </a:ln>
        </p:spPr>
        <p:txBody>
          <a:bodyPr anchorCtr="0" anchor="b" bIns="45700" lIns="91425" spcFirstLastPara="1" rIns="91425" wrap="square" tIns="45700">
            <a:normAutofit/>
          </a:bodyPr>
          <a:lstStyle>
            <a:lvl1pPr lvl="0" marR="0" rtl="0" algn="l">
              <a:lnSpc>
                <a:spcPct val="90000"/>
              </a:lnSpc>
              <a:spcBef>
                <a:spcPts val="0"/>
              </a:spcBef>
              <a:spcAft>
                <a:spcPts val="0"/>
              </a:spcAft>
              <a:buClr>
                <a:schemeClr val="lt1"/>
              </a:buClr>
              <a:buSzPts val="4000"/>
              <a:buFont typeface="Century Schoolbook"/>
              <a:buNone/>
              <a:defRPr b="0" i="0" sz="4000" u="none" cap="none" strike="noStrike">
                <a:solidFill>
                  <a:schemeClr val="lt1"/>
                </a:solidFill>
                <a:latin typeface="Century Schoolbook"/>
                <a:ea typeface="Century Schoolbook"/>
                <a:cs typeface="Century Schoolbook"/>
                <a:sym typeface="Century Schoolbook"/>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2" name="Google Shape;12;p14"/>
          <p:cNvSpPr txBox="1"/>
          <p:nvPr>
            <p:ph idx="1" type="body"/>
          </p:nvPr>
        </p:nvSpPr>
        <p:spPr>
          <a:xfrm>
            <a:off x="946404" y="1828801"/>
            <a:ext cx="6446520" cy="4351337"/>
          </a:xfrm>
          <a:prstGeom prst="rect">
            <a:avLst/>
          </a:prstGeom>
          <a:noFill/>
          <a:ln>
            <a:noFill/>
          </a:ln>
        </p:spPr>
        <p:txBody>
          <a:bodyPr anchorCtr="0" anchor="t" bIns="45700" lIns="91425" spcFirstLastPara="1" rIns="91425" wrap="square" tIns="45700">
            <a:normAutofit/>
          </a:bodyPr>
          <a:lstStyle>
            <a:lvl1pPr indent="-320040" lvl="0" marL="457200" marR="0" rtl="0" algn="l">
              <a:lnSpc>
                <a:spcPct val="95000"/>
              </a:lnSpc>
              <a:spcBef>
                <a:spcPts val="1400"/>
              </a:spcBef>
              <a:spcAft>
                <a:spcPts val="0"/>
              </a:spcAft>
              <a:buClr>
                <a:schemeClr val="accent1"/>
              </a:buClr>
              <a:buSzPts val="1440"/>
              <a:buFont typeface="Arial"/>
              <a:buChar char="•"/>
              <a:defRPr b="0" i="0" sz="1800" u="none" cap="none" strike="noStrike">
                <a:solidFill>
                  <a:schemeClr val="lt1"/>
                </a:solidFill>
                <a:latin typeface="Century Schoolbook"/>
                <a:ea typeface="Century Schoolbook"/>
                <a:cs typeface="Century Schoolbook"/>
                <a:sym typeface="Century Schoolbook"/>
              </a:defRPr>
            </a:lvl1pPr>
            <a:lvl2pPr indent="-330200" lvl="1" marL="914400" marR="0" rtl="0" algn="l">
              <a:lnSpc>
                <a:spcPct val="90000"/>
              </a:lnSpc>
              <a:spcBef>
                <a:spcPts val="300"/>
              </a:spcBef>
              <a:spcAft>
                <a:spcPts val="0"/>
              </a:spcAft>
              <a:buClr>
                <a:schemeClr val="accent1"/>
              </a:buClr>
              <a:buSzPts val="1600"/>
              <a:buFont typeface="Noto Sans Symbols"/>
              <a:buChar char="●"/>
              <a:defRPr b="0" i="0" sz="1600" u="none" cap="none" strike="noStrike">
                <a:solidFill>
                  <a:srgbClr val="FEFEFE"/>
                </a:solidFill>
                <a:latin typeface="Century Schoolbook"/>
                <a:ea typeface="Century Schoolbook"/>
                <a:cs typeface="Century Schoolbook"/>
                <a:sym typeface="Century Schoolbook"/>
              </a:defRPr>
            </a:lvl2pPr>
            <a:lvl3pPr indent="-317500" lvl="2" marL="1371600" marR="0" rtl="0" algn="l">
              <a:lnSpc>
                <a:spcPct val="90000"/>
              </a:lnSpc>
              <a:spcBef>
                <a:spcPts val="300"/>
              </a:spcBef>
              <a:spcAft>
                <a:spcPts val="0"/>
              </a:spcAft>
              <a:buClr>
                <a:schemeClr val="accent1"/>
              </a:buClr>
              <a:buSzPts val="1400"/>
              <a:buFont typeface="Noto Sans Symbols"/>
              <a:buChar char="●"/>
              <a:defRPr b="0" i="0" sz="1400" u="none" cap="none" strike="noStrike">
                <a:solidFill>
                  <a:srgbClr val="FEFEFE"/>
                </a:solidFill>
                <a:latin typeface="Century Schoolbook"/>
                <a:ea typeface="Century Schoolbook"/>
                <a:cs typeface="Century Schoolbook"/>
                <a:sym typeface="Century Schoolbook"/>
              </a:defRPr>
            </a:lvl3pPr>
            <a:lvl4pPr indent="-317500" lvl="3" marL="1828800" marR="0" rtl="0" algn="l">
              <a:lnSpc>
                <a:spcPct val="90000"/>
              </a:lnSpc>
              <a:spcBef>
                <a:spcPts val="300"/>
              </a:spcBef>
              <a:spcAft>
                <a:spcPts val="0"/>
              </a:spcAft>
              <a:buClr>
                <a:schemeClr val="accent1"/>
              </a:buClr>
              <a:buSzPts val="1400"/>
              <a:buFont typeface="Noto Sans Symbols"/>
              <a:buChar char="●"/>
              <a:defRPr b="0" i="0" sz="1400" u="none" cap="none" strike="noStrike">
                <a:solidFill>
                  <a:srgbClr val="FEFEFE"/>
                </a:solidFill>
                <a:latin typeface="Century Schoolbook"/>
                <a:ea typeface="Century Schoolbook"/>
                <a:cs typeface="Century Schoolbook"/>
                <a:sym typeface="Century Schoolbook"/>
              </a:defRPr>
            </a:lvl4pPr>
            <a:lvl5pPr indent="-317500" lvl="4" marL="2286000" marR="0" rtl="0" algn="l">
              <a:lnSpc>
                <a:spcPct val="90000"/>
              </a:lnSpc>
              <a:spcBef>
                <a:spcPts val="300"/>
              </a:spcBef>
              <a:spcAft>
                <a:spcPts val="0"/>
              </a:spcAft>
              <a:buClr>
                <a:schemeClr val="accent1"/>
              </a:buClr>
              <a:buSzPts val="1400"/>
              <a:buFont typeface="Noto Sans Symbols"/>
              <a:buChar char="●"/>
              <a:defRPr b="0" i="0" sz="1400" u="none" cap="none" strike="noStrike">
                <a:solidFill>
                  <a:srgbClr val="FEFEFE"/>
                </a:solidFill>
                <a:latin typeface="Century Schoolbook"/>
                <a:ea typeface="Century Schoolbook"/>
                <a:cs typeface="Century Schoolbook"/>
                <a:sym typeface="Century Schoolbook"/>
              </a:defRPr>
            </a:lvl5pPr>
            <a:lvl6pPr indent="-317500" lvl="5" marL="2743200" marR="0" rtl="0" algn="l">
              <a:lnSpc>
                <a:spcPct val="90000"/>
              </a:lnSpc>
              <a:spcBef>
                <a:spcPts val="300"/>
              </a:spcBef>
              <a:spcAft>
                <a:spcPts val="0"/>
              </a:spcAft>
              <a:buClr>
                <a:schemeClr val="accent1"/>
              </a:buClr>
              <a:buSzPts val="1400"/>
              <a:buFont typeface="Noto Sans Symbols"/>
              <a:buChar char="●"/>
              <a:defRPr b="0" i="0" sz="1400" u="none" cap="none" strike="noStrike">
                <a:solidFill>
                  <a:srgbClr val="FEFEFE"/>
                </a:solidFill>
                <a:latin typeface="Century Schoolbook"/>
                <a:ea typeface="Century Schoolbook"/>
                <a:cs typeface="Century Schoolbook"/>
                <a:sym typeface="Century Schoolbook"/>
              </a:defRPr>
            </a:lvl6pPr>
            <a:lvl7pPr indent="-317500" lvl="6" marL="3200400" marR="0" rtl="0" algn="l">
              <a:lnSpc>
                <a:spcPct val="90000"/>
              </a:lnSpc>
              <a:spcBef>
                <a:spcPts val="300"/>
              </a:spcBef>
              <a:spcAft>
                <a:spcPts val="0"/>
              </a:spcAft>
              <a:buClr>
                <a:schemeClr val="accent1"/>
              </a:buClr>
              <a:buSzPts val="1400"/>
              <a:buFont typeface="Noto Sans Symbols"/>
              <a:buChar char="●"/>
              <a:defRPr b="0" i="0" sz="1400" u="none" cap="none" strike="noStrike">
                <a:solidFill>
                  <a:srgbClr val="FEFEFE"/>
                </a:solidFill>
                <a:latin typeface="Century Schoolbook"/>
                <a:ea typeface="Century Schoolbook"/>
                <a:cs typeface="Century Schoolbook"/>
                <a:sym typeface="Century Schoolbook"/>
              </a:defRPr>
            </a:lvl7pPr>
            <a:lvl8pPr indent="-317500" lvl="7" marL="3657600" marR="0" rtl="0" algn="l">
              <a:lnSpc>
                <a:spcPct val="90000"/>
              </a:lnSpc>
              <a:spcBef>
                <a:spcPts val="300"/>
              </a:spcBef>
              <a:spcAft>
                <a:spcPts val="0"/>
              </a:spcAft>
              <a:buClr>
                <a:schemeClr val="accent1"/>
              </a:buClr>
              <a:buSzPts val="1400"/>
              <a:buFont typeface="Noto Sans Symbols"/>
              <a:buChar char="●"/>
              <a:defRPr b="0" i="0" sz="1400" u="none" cap="none" strike="noStrike">
                <a:solidFill>
                  <a:srgbClr val="FEFEFE"/>
                </a:solidFill>
                <a:latin typeface="Century Schoolbook"/>
                <a:ea typeface="Century Schoolbook"/>
                <a:cs typeface="Century Schoolbook"/>
                <a:sym typeface="Century Schoolbook"/>
              </a:defRPr>
            </a:lvl8pPr>
            <a:lvl9pPr indent="-317500" lvl="8" marL="4114800" marR="0" rtl="0" algn="l">
              <a:lnSpc>
                <a:spcPct val="90000"/>
              </a:lnSpc>
              <a:spcBef>
                <a:spcPts val="300"/>
              </a:spcBef>
              <a:spcAft>
                <a:spcPts val="300"/>
              </a:spcAft>
              <a:buClr>
                <a:schemeClr val="accent1"/>
              </a:buClr>
              <a:buSzPts val="1400"/>
              <a:buFont typeface="Noto Sans Symbols"/>
              <a:buChar char="●"/>
              <a:defRPr b="0" i="0" sz="1400" u="none" cap="none" strike="noStrike">
                <a:solidFill>
                  <a:srgbClr val="FEFEFE"/>
                </a:solidFill>
                <a:latin typeface="Century Schoolbook"/>
                <a:ea typeface="Century Schoolbook"/>
                <a:cs typeface="Century Schoolbook"/>
                <a:sym typeface="Century Schoolbook"/>
              </a:defRPr>
            </a:lvl9pPr>
          </a:lstStyle>
          <a:p/>
        </p:txBody>
      </p:sp>
      <p:sp>
        <p:nvSpPr>
          <p:cNvPr id="13" name="Google Shape;13;p14"/>
          <p:cNvSpPr/>
          <p:nvPr/>
        </p:nvSpPr>
        <p:spPr>
          <a:xfrm>
            <a:off x="0" y="6583680"/>
            <a:ext cx="9144000" cy="274320"/>
          </a:xfrm>
          <a:prstGeom prst="rect">
            <a:avLst/>
          </a:prstGeom>
          <a:solidFill>
            <a:srgbClr val="498DF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i="0" sz="1000" u="none" cap="none" strike="noStrike">
              <a:solidFill>
                <a:schemeClr val="lt1"/>
              </a:solidFill>
              <a:latin typeface="Arial"/>
              <a:ea typeface="Arial"/>
              <a:cs typeface="Arial"/>
              <a:sym typeface="Arial"/>
            </a:endParaRPr>
          </a:p>
        </p:txBody>
      </p:sp>
      <p:sp>
        <p:nvSpPr>
          <p:cNvPr id="14" name="Google Shape;14;p14"/>
          <p:cNvSpPr txBox="1"/>
          <p:nvPr/>
        </p:nvSpPr>
        <p:spPr>
          <a:xfrm>
            <a:off x="76200" y="6584156"/>
            <a:ext cx="2286000" cy="30432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i="0" lang="en-US" sz="1000" u="none" cap="none" strike="noStrike">
                <a:solidFill>
                  <a:srgbClr val="BBD9DE"/>
                </a:solidFill>
                <a:latin typeface="Arial"/>
                <a:ea typeface="Arial"/>
                <a:cs typeface="Arial"/>
                <a:sym typeface="Arial"/>
              </a:rPr>
              <a:t>Fall 2026 – University of Virginia</a:t>
            </a:r>
            <a:endParaRPr b="0" i="0" sz="1000" u="none" cap="none" strike="noStrike">
              <a:solidFill>
                <a:srgbClr val="BBD9DE"/>
              </a:solidFill>
              <a:latin typeface="Arial"/>
              <a:ea typeface="Arial"/>
              <a:cs typeface="Arial"/>
              <a:sym typeface="Arial"/>
            </a:endParaRPr>
          </a:p>
        </p:txBody>
      </p:sp>
      <p:sp>
        <p:nvSpPr>
          <p:cNvPr id="15" name="Google Shape;15;p14"/>
          <p:cNvSpPr txBox="1"/>
          <p:nvPr/>
        </p:nvSpPr>
        <p:spPr>
          <a:xfrm>
            <a:off x="8686800" y="6553200"/>
            <a:ext cx="457200" cy="304800"/>
          </a:xfrm>
          <a:prstGeom prst="rect">
            <a:avLst/>
          </a:prstGeom>
          <a:noFill/>
          <a:ln>
            <a:noFill/>
          </a:ln>
        </p:spPr>
        <p:txBody>
          <a:bodyPr anchorCtr="0" anchor="b" bIns="45700" lIns="91425" spcFirstLastPara="1" rIns="91425" wrap="square" tIns="45700">
            <a:normAutofit/>
          </a:bodyPr>
          <a:lstStyle/>
          <a:p>
            <a:pPr indent="0" lvl="0" marL="0" marR="0" rtl="0" algn="ctr">
              <a:spcBef>
                <a:spcPts val="0"/>
              </a:spcBef>
              <a:spcAft>
                <a:spcPts val="0"/>
              </a:spcAft>
              <a:buNone/>
            </a:pPr>
            <a:fld id="{00000000-1234-1234-1234-123412341234}" type="slidenum">
              <a:rPr b="0" i="0" lang="en-US" sz="1000" u="none" cap="none" strike="noStrike">
                <a:solidFill>
                  <a:srgbClr val="BBD9DE"/>
                </a:solidFill>
                <a:latin typeface="Arial"/>
                <a:ea typeface="Arial"/>
                <a:cs typeface="Arial"/>
                <a:sym typeface="Arial"/>
              </a:rPr>
              <a:t>‹#›</a:t>
            </a:fld>
            <a:endParaRPr b="0" i="0" sz="1000" u="none" cap="none" strike="noStrike">
              <a:solidFill>
                <a:srgbClr val="BBD9DE"/>
              </a:solidFill>
              <a:latin typeface="Arial"/>
              <a:ea typeface="Arial"/>
              <a:cs typeface="Arial"/>
              <a:sym typeface="Arial"/>
            </a:endParaRPr>
          </a:p>
        </p:txBody>
      </p:sp>
      <p:sp>
        <p:nvSpPr>
          <p:cNvPr id="16" name="Google Shape;16;p14"/>
          <p:cNvSpPr txBox="1"/>
          <p:nvPr/>
        </p:nvSpPr>
        <p:spPr>
          <a:xfrm>
            <a:off x="3352800" y="6584156"/>
            <a:ext cx="2438400" cy="273844"/>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0" i="0" lang="en-US" sz="1000" u="none" cap="none" strike="noStrike">
                <a:solidFill>
                  <a:srgbClr val="BBD9DE"/>
                </a:solidFill>
                <a:latin typeface="Arial"/>
                <a:ea typeface="Arial"/>
                <a:cs typeface="Arial"/>
                <a:sym typeface="Arial"/>
              </a:rPr>
              <a:t>© Praphamontripong</a:t>
            </a:r>
            <a:endParaRPr b="0" i="0" sz="1000" u="none" cap="none" strike="noStrike">
              <a:solidFill>
                <a:srgbClr val="BBD9DE"/>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4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2160">
          <p15:clr>
            <a:srgbClr val="F26B43"/>
          </p15:clr>
        </p15:guide>
        <p15:guide id="2" pos="2880">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5" name="Shape 25"/>
        <p:cNvGrpSpPr/>
        <p:nvPr/>
      </p:nvGrpSpPr>
      <p:grpSpPr>
        <a:xfrm>
          <a:off x="0" y="0"/>
          <a:ext cx="0" cy="0"/>
          <a:chOff x="0" y="0"/>
          <a:chExt cx="0" cy="0"/>
        </a:xfrm>
      </p:grpSpPr>
      <p:cxnSp>
        <p:nvCxnSpPr>
          <p:cNvPr id="26" name="Google Shape;26;p13"/>
          <p:cNvCxnSpPr/>
          <p:nvPr/>
        </p:nvCxnSpPr>
        <p:spPr>
          <a:xfrm>
            <a:off x="0" y="914400"/>
            <a:ext cx="9144000" cy="0"/>
          </a:xfrm>
          <a:prstGeom prst="straightConnector1">
            <a:avLst/>
          </a:prstGeom>
          <a:noFill/>
          <a:ln cap="flat" cmpd="sng" w="57150">
            <a:solidFill>
              <a:srgbClr val="FF4C00"/>
            </a:solidFill>
            <a:prstDash val="solid"/>
            <a:round/>
            <a:headEnd len="med" w="med" type="none"/>
            <a:tailEnd len="med" w="med" type="none"/>
          </a:ln>
        </p:spPr>
      </p:cxnSp>
      <p:sp>
        <p:nvSpPr>
          <p:cNvPr id="27" name="Google Shape;27;p13"/>
          <p:cNvSpPr txBox="1"/>
          <p:nvPr>
            <p:ph type="title"/>
          </p:nvPr>
        </p:nvSpPr>
        <p:spPr>
          <a:xfrm>
            <a:off x="946404" y="365760"/>
            <a:ext cx="7269480" cy="1325562"/>
          </a:xfrm>
          <a:prstGeom prst="rect">
            <a:avLst/>
          </a:prstGeom>
          <a:noFill/>
          <a:ln>
            <a:noFill/>
          </a:ln>
        </p:spPr>
        <p:txBody>
          <a:bodyPr anchorCtr="0" anchor="b" bIns="45700" lIns="91425" spcFirstLastPara="1" rIns="91425" wrap="square" tIns="45700">
            <a:normAutofit/>
          </a:bodyPr>
          <a:lstStyle>
            <a:lvl1pPr lvl="0" marR="0" rtl="0" algn="l">
              <a:lnSpc>
                <a:spcPct val="90000"/>
              </a:lnSpc>
              <a:spcBef>
                <a:spcPts val="0"/>
              </a:spcBef>
              <a:spcAft>
                <a:spcPts val="0"/>
              </a:spcAft>
              <a:buClr>
                <a:schemeClr val="dk1"/>
              </a:buClr>
              <a:buSzPts val="4000"/>
              <a:buFont typeface="Century Schoolbook"/>
              <a:buNone/>
              <a:defRPr b="0" i="0" sz="4000" u="none" cap="none" strike="noStrike">
                <a:solidFill>
                  <a:schemeClr val="dk1"/>
                </a:solidFill>
                <a:latin typeface="Century Schoolbook"/>
                <a:ea typeface="Century Schoolbook"/>
                <a:cs typeface="Century Schoolbook"/>
                <a:sym typeface="Century Schoolbook"/>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28" name="Google Shape;28;p13"/>
          <p:cNvSpPr txBox="1"/>
          <p:nvPr>
            <p:ph idx="1" type="body"/>
          </p:nvPr>
        </p:nvSpPr>
        <p:spPr>
          <a:xfrm>
            <a:off x="946404" y="1828801"/>
            <a:ext cx="6446520" cy="4351337"/>
          </a:xfrm>
          <a:prstGeom prst="rect">
            <a:avLst/>
          </a:prstGeom>
          <a:noFill/>
          <a:ln>
            <a:noFill/>
          </a:ln>
        </p:spPr>
        <p:txBody>
          <a:bodyPr anchorCtr="0" anchor="t" bIns="45700" lIns="91425" spcFirstLastPara="1" rIns="91425" wrap="square" tIns="45700">
            <a:normAutofit/>
          </a:bodyPr>
          <a:lstStyle>
            <a:lvl1pPr indent="-320040" lvl="0" marL="457200" marR="0" rtl="0" algn="l">
              <a:lnSpc>
                <a:spcPct val="95000"/>
              </a:lnSpc>
              <a:spcBef>
                <a:spcPts val="1400"/>
              </a:spcBef>
              <a:spcAft>
                <a:spcPts val="0"/>
              </a:spcAft>
              <a:buClr>
                <a:schemeClr val="accent1"/>
              </a:buClr>
              <a:buSzPts val="1440"/>
              <a:buFont typeface="Arial"/>
              <a:buChar char="•"/>
              <a:defRPr b="0" i="0" sz="1800" u="none" cap="none" strike="noStrike">
                <a:solidFill>
                  <a:schemeClr val="dk1"/>
                </a:solidFill>
                <a:latin typeface="Century Schoolbook"/>
                <a:ea typeface="Century Schoolbook"/>
                <a:cs typeface="Century Schoolbook"/>
                <a:sym typeface="Century Schoolbook"/>
              </a:defRPr>
            </a:lvl1pPr>
            <a:lvl2pPr indent="-330200" lvl="1" marL="914400" marR="0" rtl="0" algn="l">
              <a:lnSpc>
                <a:spcPct val="90000"/>
              </a:lnSpc>
              <a:spcBef>
                <a:spcPts val="300"/>
              </a:spcBef>
              <a:spcAft>
                <a:spcPts val="0"/>
              </a:spcAft>
              <a:buClr>
                <a:schemeClr val="accent1"/>
              </a:buClr>
              <a:buSzPts val="1600"/>
              <a:buFont typeface="Noto Sans Symbols"/>
              <a:buChar char="●"/>
              <a:defRPr b="0" i="0" sz="1600" u="none" cap="none" strike="noStrike">
                <a:solidFill>
                  <a:srgbClr val="262626"/>
                </a:solidFill>
                <a:latin typeface="Century Schoolbook"/>
                <a:ea typeface="Century Schoolbook"/>
                <a:cs typeface="Century Schoolbook"/>
                <a:sym typeface="Century Schoolbook"/>
              </a:defRPr>
            </a:lvl2pPr>
            <a:lvl3pPr indent="-317500" lvl="2" marL="1371600" marR="0" rtl="0" algn="l">
              <a:lnSpc>
                <a:spcPct val="90000"/>
              </a:lnSpc>
              <a:spcBef>
                <a:spcPts val="300"/>
              </a:spcBef>
              <a:spcAft>
                <a:spcPts val="0"/>
              </a:spcAft>
              <a:buClr>
                <a:schemeClr val="accent1"/>
              </a:buClr>
              <a:buSzPts val="1400"/>
              <a:buFont typeface="Noto Sans Symbols"/>
              <a:buChar char="●"/>
              <a:defRPr b="0" i="0" sz="1400" u="none" cap="none" strike="noStrike">
                <a:solidFill>
                  <a:srgbClr val="262626"/>
                </a:solidFill>
                <a:latin typeface="Century Schoolbook"/>
                <a:ea typeface="Century Schoolbook"/>
                <a:cs typeface="Century Schoolbook"/>
                <a:sym typeface="Century Schoolbook"/>
              </a:defRPr>
            </a:lvl3pPr>
            <a:lvl4pPr indent="-317500" lvl="3" marL="1828800" marR="0" rtl="0" algn="l">
              <a:lnSpc>
                <a:spcPct val="90000"/>
              </a:lnSpc>
              <a:spcBef>
                <a:spcPts val="300"/>
              </a:spcBef>
              <a:spcAft>
                <a:spcPts val="0"/>
              </a:spcAft>
              <a:buClr>
                <a:schemeClr val="accent1"/>
              </a:buClr>
              <a:buSzPts val="1400"/>
              <a:buFont typeface="Noto Sans Symbols"/>
              <a:buChar char="●"/>
              <a:defRPr b="0" i="0" sz="1400" u="none" cap="none" strike="noStrike">
                <a:solidFill>
                  <a:srgbClr val="262626"/>
                </a:solidFill>
                <a:latin typeface="Century Schoolbook"/>
                <a:ea typeface="Century Schoolbook"/>
                <a:cs typeface="Century Schoolbook"/>
                <a:sym typeface="Century Schoolbook"/>
              </a:defRPr>
            </a:lvl4pPr>
            <a:lvl5pPr indent="-317500" lvl="4" marL="2286000" marR="0" rtl="0" algn="l">
              <a:lnSpc>
                <a:spcPct val="90000"/>
              </a:lnSpc>
              <a:spcBef>
                <a:spcPts val="300"/>
              </a:spcBef>
              <a:spcAft>
                <a:spcPts val="0"/>
              </a:spcAft>
              <a:buClr>
                <a:schemeClr val="accent1"/>
              </a:buClr>
              <a:buSzPts val="1400"/>
              <a:buFont typeface="Noto Sans Symbols"/>
              <a:buChar char="●"/>
              <a:defRPr b="0" i="0" sz="1400" u="none" cap="none" strike="noStrike">
                <a:solidFill>
                  <a:srgbClr val="262626"/>
                </a:solidFill>
                <a:latin typeface="Century Schoolbook"/>
                <a:ea typeface="Century Schoolbook"/>
                <a:cs typeface="Century Schoolbook"/>
                <a:sym typeface="Century Schoolbook"/>
              </a:defRPr>
            </a:lvl5pPr>
            <a:lvl6pPr indent="-317500" lvl="5" marL="2743200" marR="0" rtl="0" algn="l">
              <a:lnSpc>
                <a:spcPct val="90000"/>
              </a:lnSpc>
              <a:spcBef>
                <a:spcPts val="300"/>
              </a:spcBef>
              <a:spcAft>
                <a:spcPts val="0"/>
              </a:spcAft>
              <a:buClr>
                <a:schemeClr val="accent1"/>
              </a:buClr>
              <a:buSzPts val="1400"/>
              <a:buFont typeface="Noto Sans Symbols"/>
              <a:buChar char="●"/>
              <a:defRPr b="0" i="0" sz="1400" u="none" cap="none" strike="noStrike">
                <a:solidFill>
                  <a:srgbClr val="262626"/>
                </a:solidFill>
                <a:latin typeface="Century Schoolbook"/>
                <a:ea typeface="Century Schoolbook"/>
                <a:cs typeface="Century Schoolbook"/>
                <a:sym typeface="Century Schoolbook"/>
              </a:defRPr>
            </a:lvl6pPr>
            <a:lvl7pPr indent="-317500" lvl="6" marL="3200400" marR="0" rtl="0" algn="l">
              <a:lnSpc>
                <a:spcPct val="90000"/>
              </a:lnSpc>
              <a:spcBef>
                <a:spcPts val="300"/>
              </a:spcBef>
              <a:spcAft>
                <a:spcPts val="0"/>
              </a:spcAft>
              <a:buClr>
                <a:schemeClr val="accent1"/>
              </a:buClr>
              <a:buSzPts val="1400"/>
              <a:buFont typeface="Noto Sans Symbols"/>
              <a:buChar char="●"/>
              <a:defRPr b="0" i="0" sz="1400" u="none" cap="none" strike="noStrike">
                <a:solidFill>
                  <a:srgbClr val="262626"/>
                </a:solidFill>
                <a:latin typeface="Century Schoolbook"/>
                <a:ea typeface="Century Schoolbook"/>
                <a:cs typeface="Century Schoolbook"/>
                <a:sym typeface="Century Schoolbook"/>
              </a:defRPr>
            </a:lvl7pPr>
            <a:lvl8pPr indent="-317500" lvl="7" marL="3657600" marR="0" rtl="0" algn="l">
              <a:lnSpc>
                <a:spcPct val="90000"/>
              </a:lnSpc>
              <a:spcBef>
                <a:spcPts val="300"/>
              </a:spcBef>
              <a:spcAft>
                <a:spcPts val="0"/>
              </a:spcAft>
              <a:buClr>
                <a:schemeClr val="accent1"/>
              </a:buClr>
              <a:buSzPts val="1400"/>
              <a:buFont typeface="Noto Sans Symbols"/>
              <a:buChar char="●"/>
              <a:defRPr b="0" i="0" sz="1400" u="none" cap="none" strike="noStrike">
                <a:solidFill>
                  <a:srgbClr val="262626"/>
                </a:solidFill>
                <a:latin typeface="Century Schoolbook"/>
                <a:ea typeface="Century Schoolbook"/>
                <a:cs typeface="Century Schoolbook"/>
                <a:sym typeface="Century Schoolbook"/>
              </a:defRPr>
            </a:lvl8pPr>
            <a:lvl9pPr indent="-317500" lvl="8" marL="4114800" marR="0" rtl="0" algn="l">
              <a:lnSpc>
                <a:spcPct val="90000"/>
              </a:lnSpc>
              <a:spcBef>
                <a:spcPts val="300"/>
              </a:spcBef>
              <a:spcAft>
                <a:spcPts val="300"/>
              </a:spcAft>
              <a:buClr>
                <a:schemeClr val="accent1"/>
              </a:buClr>
              <a:buSzPts val="1400"/>
              <a:buFont typeface="Noto Sans Symbols"/>
              <a:buChar char="●"/>
              <a:defRPr b="0" i="0" sz="1400" u="none" cap="none" strike="noStrike">
                <a:solidFill>
                  <a:srgbClr val="262626"/>
                </a:solidFill>
                <a:latin typeface="Century Schoolbook"/>
                <a:ea typeface="Century Schoolbook"/>
                <a:cs typeface="Century Schoolbook"/>
                <a:sym typeface="Century Schoolbook"/>
              </a:defRPr>
            </a:lvl9pPr>
          </a:lstStyle>
          <a:p/>
        </p:txBody>
      </p:sp>
      <p:sp>
        <p:nvSpPr>
          <p:cNvPr id="29" name="Google Shape;29;p13"/>
          <p:cNvSpPr/>
          <p:nvPr/>
        </p:nvSpPr>
        <p:spPr>
          <a:xfrm>
            <a:off x="0" y="6583680"/>
            <a:ext cx="9144000" cy="274320"/>
          </a:xfrm>
          <a:prstGeom prst="rect">
            <a:avLst/>
          </a:prstGeom>
          <a:solidFill>
            <a:srgbClr val="1A1D3D"/>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i="0" sz="1000" u="none" cap="none" strike="noStrike">
              <a:solidFill>
                <a:schemeClr val="lt1"/>
              </a:solidFill>
              <a:latin typeface="Arial"/>
              <a:ea typeface="Arial"/>
              <a:cs typeface="Arial"/>
              <a:sym typeface="Arial"/>
            </a:endParaRPr>
          </a:p>
        </p:txBody>
      </p:sp>
      <p:sp>
        <p:nvSpPr>
          <p:cNvPr id="30" name="Google Shape;30;p13"/>
          <p:cNvSpPr txBox="1"/>
          <p:nvPr/>
        </p:nvSpPr>
        <p:spPr>
          <a:xfrm>
            <a:off x="76200" y="6584156"/>
            <a:ext cx="2286000" cy="30432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i="0" lang="en-US" sz="1000" u="none" cap="none" strike="noStrike">
                <a:solidFill>
                  <a:srgbClr val="BBD9DE"/>
                </a:solidFill>
                <a:latin typeface="Arial"/>
                <a:ea typeface="Arial"/>
                <a:cs typeface="Arial"/>
                <a:sym typeface="Arial"/>
              </a:rPr>
              <a:t>Fall 2026 – University of Virginia</a:t>
            </a:r>
            <a:endParaRPr b="0" i="0" sz="1000" u="none" cap="none" strike="noStrike">
              <a:solidFill>
                <a:srgbClr val="BBD9DE"/>
              </a:solidFill>
              <a:latin typeface="Arial"/>
              <a:ea typeface="Arial"/>
              <a:cs typeface="Arial"/>
              <a:sym typeface="Arial"/>
            </a:endParaRPr>
          </a:p>
        </p:txBody>
      </p:sp>
      <p:sp>
        <p:nvSpPr>
          <p:cNvPr id="31" name="Google Shape;31;p13"/>
          <p:cNvSpPr txBox="1"/>
          <p:nvPr/>
        </p:nvSpPr>
        <p:spPr>
          <a:xfrm>
            <a:off x="8686800" y="6553200"/>
            <a:ext cx="457200" cy="304800"/>
          </a:xfrm>
          <a:prstGeom prst="rect">
            <a:avLst/>
          </a:prstGeom>
          <a:noFill/>
          <a:ln>
            <a:noFill/>
          </a:ln>
        </p:spPr>
        <p:txBody>
          <a:bodyPr anchorCtr="0" anchor="b" bIns="45700" lIns="91425" spcFirstLastPara="1" rIns="91425" wrap="square" tIns="45700">
            <a:normAutofit/>
          </a:bodyPr>
          <a:lstStyle/>
          <a:p>
            <a:pPr indent="0" lvl="0" marL="0" marR="0" rtl="0" algn="ctr">
              <a:spcBef>
                <a:spcPts val="0"/>
              </a:spcBef>
              <a:spcAft>
                <a:spcPts val="0"/>
              </a:spcAft>
              <a:buNone/>
            </a:pPr>
            <a:fld id="{00000000-1234-1234-1234-123412341234}" type="slidenum">
              <a:rPr b="0" i="0" lang="en-US" sz="1000" u="none" cap="none" strike="noStrike">
                <a:solidFill>
                  <a:srgbClr val="BBD9DE"/>
                </a:solidFill>
                <a:latin typeface="Arial"/>
                <a:ea typeface="Arial"/>
                <a:cs typeface="Arial"/>
                <a:sym typeface="Arial"/>
              </a:rPr>
              <a:t>‹#›</a:t>
            </a:fld>
            <a:endParaRPr b="0" i="0" sz="1000" u="none" cap="none" strike="noStrike">
              <a:solidFill>
                <a:srgbClr val="BBD9DE"/>
              </a:solidFill>
              <a:latin typeface="Arial"/>
              <a:ea typeface="Arial"/>
              <a:cs typeface="Arial"/>
              <a:sym typeface="Arial"/>
            </a:endParaRPr>
          </a:p>
        </p:txBody>
      </p:sp>
      <p:sp>
        <p:nvSpPr>
          <p:cNvPr id="32" name="Google Shape;32;p13"/>
          <p:cNvSpPr txBox="1"/>
          <p:nvPr/>
        </p:nvSpPr>
        <p:spPr>
          <a:xfrm>
            <a:off x="3352800" y="6584156"/>
            <a:ext cx="2438400" cy="273844"/>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0" i="0" lang="en-US" sz="1000" u="none" cap="none" strike="noStrike">
                <a:solidFill>
                  <a:srgbClr val="BBD9DE"/>
                </a:solidFill>
                <a:latin typeface="Arial"/>
                <a:ea typeface="Arial"/>
                <a:cs typeface="Arial"/>
                <a:sym typeface="Arial"/>
              </a:rPr>
              <a:t>© Praphamontripong</a:t>
            </a:r>
            <a:endParaRPr b="0" i="0" sz="1000" u="none" cap="none" strike="noStrike">
              <a:solidFill>
                <a:srgbClr val="BBD9DE"/>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51" r:id="rId1"/>
    <p:sldLayoutId id="2147483652" r:id="rId2"/>
    <p:sldLayoutId id="2147483653" r:id="rId3"/>
    <p:sldLayoutId id="2147483654" r:id="rId4"/>
    <p:sldLayoutId id="2147483655" r:id="rId5"/>
    <p:sldLayoutId id="2147483656" r:id="rId6"/>
    <p:sldLayoutId id="2147483657" r:id="rId7"/>
    <p:sldLayoutId id="2147483658" r:id="rId8"/>
    <p:sldLayoutId id="2147483659" r:id="rId9"/>
    <p:sldLayoutId id="2147483660" r:id="rId10"/>
    <p:sldLayoutId id="2147483661"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2160">
          <p15:clr>
            <a:srgbClr val="F26B43"/>
          </p15:clr>
        </p15:guide>
        <p15:guide id="2" pos="2880">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89" name="Shape 89"/>
        <p:cNvGrpSpPr/>
        <p:nvPr/>
      </p:nvGrpSpPr>
      <p:grpSpPr>
        <a:xfrm>
          <a:off x="0" y="0"/>
          <a:ext cx="0" cy="0"/>
          <a:chOff x="0" y="0"/>
          <a:chExt cx="0" cy="0"/>
        </a:xfrm>
      </p:grpSpPr>
      <p:sp>
        <p:nvSpPr>
          <p:cNvPr id="90" name="Google Shape;90;p2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91" name="Google Shape;91;p27"/>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92" name="Google Shape;92;p2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1" sz="1200">
                <a:solidFill>
                  <a:srgbClr val="888888"/>
                </a:solidFill>
                <a:latin typeface="Times New Roman"/>
                <a:ea typeface="Times New Roman"/>
                <a:cs typeface="Times New Roman"/>
                <a:sym typeface="Times New Roman"/>
              </a:defRPr>
            </a:lvl1pPr>
            <a:lvl2pPr lvl="1" marR="0" rtl="0" algn="l">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2pPr>
            <a:lvl3pPr lvl="2" marR="0" rtl="0" algn="l">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3pPr>
            <a:lvl4pPr lvl="3" marR="0" rtl="0" algn="l">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4pPr>
            <a:lvl5pPr lvl="4" marR="0" rtl="0" algn="l">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5pPr>
            <a:lvl6pPr lvl="5" marR="0" rtl="0" algn="l">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6pPr>
            <a:lvl7pPr lvl="6" marR="0" rtl="0" algn="l">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7pPr>
            <a:lvl8pPr lvl="7" marR="0" rtl="0" algn="l">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8pPr>
            <a:lvl9pPr lvl="8" marR="0" rtl="0" algn="l">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9pPr>
          </a:lstStyle>
          <a:p/>
        </p:txBody>
      </p:sp>
      <p:sp>
        <p:nvSpPr>
          <p:cNvPr id="93" name="Google Shape;93;p2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1" sz="1200">
                <a:solidFill>
                  <a:srgbClr val="888888"/>
                </a:solidFill>
                <a:latin typeface="Times New Roman"/>
                <a:ea typeface="Times New Roman"/>
                <a:cs typeface="Times New Roman"/>
                <a:sym typeface="Times New Roman"/>
              </a:defRPr>
            </a:lvl1pPr>
            <a:lvl2pPr lvl="1" marR="0" rtl="0" algn="l">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2pPr>
            <a:lvl3pPr lvl="2" marR="0" rtl="0" algn="l">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3pPr>
            <a:lvl4pPr lvl="3" marR="0" rtl="0" algn="l">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4pPr>
            <a:lvl5pPr lvl="4" marR="0" rtl="0" algn="l">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5pPr>
            <a:lvl6pPr lvl="5" marR="0" rtl="0" algn="l">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6pPr>
            <a:lvl7pPr lvl="6" marR="0" rtl="0" algn="l">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7pPr>
            <a:lvl8pPr lvl="7" marR="0" rtl="0" algn="l">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8pPr>
            <a:lvl9pPr lvl="8" marR="0" rtl="0" algn="l">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9pPr>
          </a:lstStyle>
          <a:p/>
        </p:txBody>
      </p:sp>
      <p:sp>
        <p:nvSpPr>
          <p:cNvPr id="94" name="Google Shape;94;p2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spcAft>
                <a:spcPts val="0"/>
              </a:spcAft>
              <a:buNone/>
              <a:defRPr b="1" sz="1200">
                <a:solidFill>
                  <a:srgbClr val="888888"/>
                </a:solidFill>
                <a:latin typeface="Times New Roman"/>
                <a:ea typeface="Times New Roman"/>
                <a:cs typeface="Times New Roman"/>
                <a:sym typeface="Times New Roman"/>
              </a:defRPr>
            </a:lvl1pPr>
            <a:lvl2pPr indent="0" lvl="1" marL="0" marR="0" rtl="0" algn="r">
              <a:spcBef>
                <a:spcPts val="0"/>
              </a:spcBef>
              <a:spcAft>
                <a:spcPts val="0"/>
              </a:spcAft>
              <a:buNone/>
              <a:defRPr b="1" sz="1200">
                <a:solidFill>
                  <a:srgbClr val="888888"/>
                </a:solidFill>
                <a:latin typeface="Times New Roman"/>
                <a:ea typeface="Times New Roman"/>
                <a:cs typeface="Times New Roman"/>
                <a:sym typeface="Times New Roman"/>
              </a:defRPr>
            </a:lvl2pPr>
            <a:lvl3pPr indent="0" lvl="2" marL="0" marR="0" rtl="0" algn="r">
              <a:spcBef>
                <a:spcPts val="0"/>
              </a:spcBef>
              <a:spcAft>
                <a:spcPts val="0"/>
              </a:spcAft>
              <a:buNone/>
              <a:defRPr b="1" sz="1200">
                <a:solidFill>
                  <a:srgbClr val="888888"/>
                </a:solidFill>
                <a:latin typeface="Times New Roman"/>
                <a:ea typeface="Times New Roman"/>
                <a:cs typeface="Times New Roman"/>
                <a:sym typeface="Times New Roman"/>
              </a:defRPr>
            </a:lvl3pPr>
            <a:lvl4pPr indent="0" lvl="3" marL="0" marR="0" rtl="0" algn="r">
              <a:spcBef>
                <a:spcPts val="0"/>
              </a:spcBef>
              <a:spcAft>
                <a:spcPts val="0"/>
              </a:spcAft>
              <a:buNone/>
              <a:defRPr b="1" sz="1200">
                <a:solidFill>
                  <a:srgbClr val="888888"/>
                </a:solidFill>
                <a:latin typeface="Times New Roman"/>
                <a:ea typeface="Times New Roman"/>
                <a:cs typeface="Times New Roman"/>
                <a:sym typeface="Times New Roman"/>
              </a:defRPr>
            </a:lvl4pPr>
            <a:lvl5pPr indent="0" lvl="4" marL="0" marR="0" rtl="0" algn="r">
              <a:spcBef>
                <a:spcPts val="0"/>
              </a:spcBef>
              <a:spcAft>
                <a:spcPts val="0"/>
              </a:spcAft>
              <a:buNone/>
              <a:defRPr b="1" sz="1200">
                <a:solidFill>
                  <a:srgbClr val="888888"/>
                </a:solidFill>
                <a:latin typeface="Times New Roman"/>
                <a:ea typeface="Times New Roman"/>
                <a:cs typeface="Times New Roman"/>
                <a:sym typeface="Times New Roman"/>
              </a:defRPr>
            </a:lvl5pPr>
            <a:lvl6pPr indent="0" lvl="5" marL="0" marR="0" rtl="0" algn="r">
              <a:spcBef>
                <a:spcPts val="0"/>
              </a:spcBef>
              <a:spcAft>
                <a:spcPts val="0"/>
              </a:spcAft>
              <a:buNone/>
              <a:defRPr b="1" sz="1200">
                <a:solidFill>
                  <a:srgbClr val="888888"/>
                </a:solidFill>
                <a:latin typeface="Times New Roman"/>
                <a:ea typeface="Times New Roman"/>
                <a:cs typeface="Times New Roman"/>
                <a:sym typeface="Times New Roman"/>
              </a:defRPr>
            </a:lvl6pPr>
            <a:lvl7pPr indent="0" lvl="6" marL="0" marR="0" rtl="0" algn="r">
              <a:spcBef>
                <a:spcPts val="0"/>
              </a:spcBef>
              <a:spcAft>
                <a:spcPts val="0"/>
              </a:spcAft>
              <a:buNone/>
              <a:defRPr b="1" sz="1200">
                <a:solidFill>
                  <a:srgbClr val="888888"/>
                </a:solidFill>
                <a:latin typeface="Times New Roman"/>
                <a:ea typeface="Times New Roman"/>
                <a:cs typeface="Times New Roman"/>
                <a:sym typeface="Times New Roman"/>
              </a:defRPr>
            </a:lvl7pPr>
            <a:lvl8pPr indent="0" lvl="7" marL="0" marR="0" rtl="0" algn="r">
              <a:spcBef>
                <a:spcPts val="0"/>
              </a:spcBef>
              <a:spcAft>
                <a:spcPts val="0"/>
              </a:spcAft>
              <a:buNone/>
              <a:defRPr b="1" sz="1200">
                <a:solidFill>
                  <a:srgbClr val="888888"/>
                </a:solidFill>
                <a:latin typeface="Times New Roman"/>
                <a:ea typeface="Times New Roman"/>
                <a:cs typeface="Times New Roman"/>
                <a:sym typeface="Times New Roman"/>
              </a:defRPr>
            </a:lvl8pPr>
            <a:lvl9pPr indent="0" lvl="8" marL="0" marR="0" rtl="0" algn="r">
              <a:spcBef>
                <a:spcPts val="0"/>
              </a:spcBef>
              <a:spcAft>
                <a:spcPts val="0"/>
              </a:spcAft>
              <a:buNone/>
              <a:defRPr b="1" sz="1200">
                <a:solidFill>
                  <a:srgbClr val="888888"/>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63" r:id="rId1"/>
    <p:sldLayoutId id="2147483664" r:id="rId2"/>
    <p:sldLayoutId id="2147483665" r:id="rId3"/>
    <p:sldLayoutId id="2147483666" r:id="rId4"/>
    <p:sldLayoutId id="2147483667" r:id="rId5"/>
    <p:sldLayoutId id="2147483668" r:id="rId6"/>
    <p:sldLayoutId id="2147483669" r:id="rId7"/>
    <p:sldLayoutId id="2147483670" r:id="rId8"/>
    <p:sldLayoutId id="2147483671" r:id="rId9"/>
    <p:sldLayoutId id="2147483672" r:id="rId10"/>
    <p:sldLayoutId id="2147483673"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64" name="Shape 164"/>
        <p:cNvGrpSpPr/>
        <p:nvPr/>
      </p:nvGrpSpPr>
      <p:grpSpPr>
        <a:xfrm>
          <a:off x="0" y="0"/>
          <a:ext cx="0" cy="0"/>
          <a:chOff x="0" y="0"/>
          <a:chExt cx="0" cy="0"/>
        </a:xfrm>
      </p:grpSpPr>
      <p:sp>
        <p:nvSpPr>
          <p:cNvPr id="165" name="Google Shape;165;p3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66" name="Google Shape;166;p39"/>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67" name="Google Shape;167;p3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1" sz="1200">
                <a:solidFill>
                  <a:srgbClr val="888888"/>
                </a:solidFill>
                <a:latin typeface="Times New Roman"/>
                <a:ea typeface="Times New Roman"/>
                <a:cs typeface="Times New Roman"/>
                <a:sym typeface="Times New Roman"/>
              </a:defRPr>
            </a:lvl1pPr>
            <a:lvl2pPr lvl="1" marR="0" rtl="0" algn="l">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2pPr>
            <a:lvl3pPr lvl="2" marR="0" rtl="0" algn="l">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3pPr>
            <a:lvl4pPr lvl="3" marR="0" rtl="0" algn="l">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4pPr>
            <a:lvl5pPr lvl="4" marR="0" rtl="0" algn="l">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5pPr>
            <a:lvl6pPr lvl="5" marR="0" rtl="0" algn="l">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6pPr>
            <a:lvl7pPr lvl="6" marR="0" rtl="0" algn="l">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7pPr>
            <a:lvl8pPr lvl="7" marR="0" rtl="0" algn="l">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8pPr>
            <a:lvl9pPr lvl="8" marR="0" rtl="0" algn="l">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9pPr>
          </a:lstStyle>
          <a:p/>
        </p:txBody>
      </p:sp>
      <p:sp>
        <p:nvSpPr>
          <p:cNvPr id="168" name="Google Shape;168;p3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1" sz="1200">
                <a:solidFill>
                  <a:srgbClr val="888888"/>
                </a:solidFill>
                <a:latin typeface="Times New Roman"/>
                <a:ea typeface="Times New Roman"/>
                <a:cs typeface="Times New Roman"/>
                <a:sym typeface="Times New Roman"/>
              </a:defRPr>
            </a:lvl1pPr>
            <a:lvl2pPr lvl="1" marR="0" rtl="0" algn="l">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2pPr>
            <a:lvl3pPr lvl="2" marR="0" rtl="0" algn="l">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3pPr>
            <a:lvl4pPr lvl="3" marR="0" rtl="0" algn="l">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4pPr>
            <a:lvl5pPr lvl="4" marR="0" rtl="0" algn="l">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5pPr>
            <a:lvl6pPr lvl="5" marR="0" rtl="0" algn="l">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6pPr>
            <a:lvl7pPr lvl="6" marR="0" rtl="0" algn="l">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7pPr>
            <a:lvl8pPr lvl="7" marR="0" rtl="0" algn="l">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8pPr>
            <a:lvl9pPr lvl="8" marR="0" rtl="0" algn="l">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9pPr>
          </a:lstStyle>
          <a:p/>
        </p:txBody>
      </p:sp>
      <p:sp>
        <p:nvSpPr>
          <p:cNvPr id="169" name="Google Shape;169;p3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spcAft>
                <a:spcPts val="0"/>
              </a:spcAft>
              <a:buNone/>
              <a:defRPr b="1" sz="1200">
                <a:solidFill>
                  <a:srgbClr val="888888"/>
                </a:solidFill>
                <a:latin typeface="Times New Roman"/>
                <a:ea typeface="Times New Roman"/>
                <a:cs typeface="Times New Roman"/>
                <a:sym typeface="Times New Roman"/>
              </a:defRPr>
            </a:lvl1pPr>
            <a:lvl2pPr indent="0" lvl="1" marL="0" marR="0" rtl="0" algn="r">
              <a:spcBef>
                <a:spcPts val="0"/>
              </a:spcBef>
              <a:spcAft>
                <a:spcPts val="0"/>
              </a:spcAft>
              <a:buNone/>
              <a:defRPr b="1" sz="1200">
                <a:solidFill>
                  <a:srgbClr val="888888"/>
                </a:solidFill>
                <a:latin typeface="Times New Roman"/>
                <a:ea typeface="Times New Roman"/>
                <a:cs typeface="Times New Roman"/>
                <a:sym typeface="Times New Roman"/>
              </a:defRPr>
            </a:lvl2pPr>
            <a:lvl3pPr indent="0" lvl="2" marL="0" marR="0" rtl="0" algn="r">
              <a:spcBef>
                <a:spcPts val="0"/>
              </a:spcBef>
              <a:spcAft>
                <a:spcPts val="0"/>
              </a:spcAft>
              <a:buNone/>
              <a:defRPr b="1" sz="1200">
                <a:solidFill>
                  <a:srgbClr val="888888"/>
                </a:solidFill>
                <a:latin typeface="Times New Roman"/>
                <a:ea typeface="Times New Roman"/>
                <a:cs typeface="Times New Roman"/>
                <a:sym typeface="Times New Roman"/>
              </a:defRPr>
            </a:lvl3pPr>
            <a:lvl4pPr indent="0" lvl="3" marL="0" marR="0" rtl="0" algn="r">
              <a:spcBef>
                <a:spcPts val="0"/>
              </a:spcBef>
              <a:spcAft>
                <a:spcPts val="0"/>
              </a:spcAft>
              <a:buNone/>
              <a:defRPr b="1" sz="1200">
                <a:solidFill>
                  <a:srgbClr val="888888"/>
                </a:solidFill>
                <a:latin typeface="Times New Roman"/>
                <a:ea typeface="Times New Roman"/>
                <a:cs typeface="Times New Roman"/>
                <a:sym typeface="Times New Roman"/>
              </a:defRPr>
            </a:lvl4pPr>
            <a:lvl5pPr indent="0" lvl="4" marL="0" marR="0" rtl="0" algn="r">
              <a:spcBef>
                <a:spcPts val="0"/>
              </a:spcBef>
              <a:spcAft>
                <a:spcPts val="0"/>
              </a:spcAft>
              <a:buNone/>
              <a:defRPr b="1" sz="1200">
                <a:solidFill>
                  <a:srgbClr val="888888"/>
                </a:solidFill>
                <a:latin typeface="Times New Roman"/>
                <a:ea typeface="Times New Roman"/>
                <a:cs typeface="Times New Roman"/>
                <a:sym typeface="Times New Roman"/>
              </a:defRPr>
            </a:lvl5pPr>
            <a:lvl6pPr indent="0" lvl="5" marL="0" marR="0" rtl="0" algn="r">
              <a:spcBef>
                <a:spcPts val="0"/>
              </a:spcBef>
              <a:spcAft>
                <a:spcPts val="0"/>
              </a:spcAft>
              <a:buNone/>
              <a:defRPr b="1" sz="1200">
                <a:solidFill>
                  <a:srgbClr val="888888"/>
                </a:solidFill>
                <a:latin typeface="Times New Roman"/>
                <a:ea typeface="Times New Roman"/>
                <a:cs typeface="Times New Roman"/>
                <a:sym typeface="Times New Roman"/>
              </a:defRPr>
            </a:lvl6pPr>
            <a:lvl7pPr indent="0" lvl="6" marL="0" marR="0" rtl="0" algn="r">
              <a:spcBef>
                <a:spcPts val="0"/>
              </a:spcBef>
              <a:spcAft>
                <a:spcPts val="0"/>
              </a:spcAft>
              <a:buNone/>
              <a:defRPr b="1" sz="1200">
                <a:solidFill>
                  <a:srgbClr val="888888"/>
                </a:solidFill>
                <a:latin typeface="Times New Roman"/>
                <a:ea typeface="Times New Roman"/>
                <a:cs typeface="Times New Roman"/>
                <a:sym typeface="Times New Roman"/>
              </a:defRPr>
            </a:lvl7pPr>
            <a:lvl8pPr indent="0" lvl="7" marL="0" marR="0" rtl="0" algn="r">
              <a:spcBef>
                <a:spcPts val="0"/>
              </a:spcBef>
              <a:spcAft>
                <a:spcPts val="0"/>
              </a:spcAft>
              <a:buNone/>
              <a:defRPr b="1" sz="1200">
                <a:solidFill>
                  <a:srgbClr val="888888"/>
                </a:solidFill>
                <a:latin typeface="Times New Roman"/>
                <a:ea typeface="Times New Roman"/>
                <a:cs typeface="Times New Roman"/>
                <a:sym typeface="Times New Roman"/>
              </a:defRPr>
            </a:lvl8pPr>
            <a:lvl9pPr indent="0" lvl="8" marL="0" marR="0" rtl="0" algn="r">
              <a:spcBef>
                <a:spcPts val="0"/>
              </a:spcBef>
              <a:spcAft>
                <a:spcPts val="0"/>
              </a:spcAft>
              <a:buNone/>
              <a:defRPr b="1" sz="1200">
                <a:solidFill>
                  <a:srgbClr val="888888"/>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5.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39" name="Shape 239"/>
        <p:cNvGrpSpPr/>
        <p:nvPr/>
      </p:nvGrpSpPr>
      <p:grpSpPr>
        <a:xfrm>
          <a:off x="0" y="0"/>
          <a:ext cx="0" cy="0"/>
          <a:chOff x="0" y="0"/>
          <a:chExt cx="0" cy="0"/>
        </a:xfrm>
      </p:grpSpPr>
      <p:sp>
        <p:nvSpPr>
          <p:cNvPr id="240" name="Google Shape;240;p5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241" name="Google Shape;241;p5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242" name="Google Shape;242;p5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1" sz="1200">
                <a:solidFill>
                  <a:srgbClr val="888888"/>
                </a:solidFill>
                <a:latin typeface="Times New Roman"/>
                <a:ea typeface="Times New Roman"/>
                <a:cs typeface="Times New Roman"/>
                <a:sym typeface="Times New Roman"/>
              </a:defRPr>
            </a:lvl1pPr>
            <a:lvl2pPr lvl="1" marR="0" rtl="0" algn="l">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2pPr>
            <a:lvl3pPr lvl="2" marR="0" rtl="0" algn="l">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3pPr>
            <a:lvl4pPr lvl="3" marR="0" rtl="0" algn="l">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4pPr>
            <a:lvl5pPr lvl="4" marR="0" rtl="0" algn="l">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5pPr>
            <a:lvl6pPr lvl="5" marR="0" rtl="0" algn="l">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6pPr>
            <a:lvl7pPr lvl="6" marR="0" rtl="0" algn="l">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7pPr>
            <a:lvl8pPr lvl="7" marR="0" rtl="0" algn="l">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8pPr>
            <a:lvl9pPr lvl="8" marR="0" rtl="0" algn="l">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9pPr>
          </a:lstStyle>
          <a:p/>
        </p:txBody>
      </p:sp>
      <p:sp>
        <p:nvSpPr>
          <p:cNvPr id="243" name="Google Shape;243;p5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1" sz="1200">
                <a:solidFill>
                  <a:srgbClr val="888888"/>
                </a:solidFill>
                <a:latin typeface="Times New Roman"/>
                <a:ea typeface="Times New Roman"/>
                <a:cs typeface="Times New Roman"/>
                <a:sym typeface="Times New Roman"/>
              </a:defRPr>
            </a:lvl1pPr>
            <a:lvl2pPr lvl="1" marR="0" rtl="0" algn="l">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2pPr>
            <a:lvl3pPr lvl="2" marR="0" rtl="0" algn="l">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3pPr>
            <a:lvl4pPr lvl="3" marR="0" rtl="0" algn="l">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4pPr>
            <a:lvl5pPr lvl="4" marR="0" rtl="0" algn="l">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5pPr>
            <a:lvl6pPr lvl="5" marR="0" rtl="0" algn="l">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6pPr>
            <a:lvl7pPr lvl="6" marR="0" rtl="0" algn="l">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7pPr>
            <a:lvl8pPr lvl="7" marR="0" rtl="0" algn="l">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8pPr>
            <a:lvl9pPr lvl="8" marR="0" rtl="0" algn="l">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9pPr>
          </a:lstStyle>
          <a:p/>
        </p:txBody>
      </p:sp>
      <p:sp>
        <p:nvSpPr>
          <p:cNvPr id="244" name="Google Shape;244;p5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spcAft>
                <a:spcPts val="0"/>
              </a:spcAft>
              <a:buNone/>
              <a:defRPr b="1" sz="1200">
                <a:solidFill>
                  <a:srgbClr val="888888"/>
                </a:solidFill>
                <a:latin typeface="Times New Roman"/>
                <a:ea typeface="Times New Roman"/>
                <a:cs typeface="Times New Roman"/>
                <a:sym typeface="Times New Roman"/>
              </a:defRPr>
            </a:lvl1pPr>
            <a:lvl2pPr indent="0" lvl="1" marL="0" marR="0" rtl="0" algn="r">
              <a:spcBef>
                <a:spcPts val="0"/>
              </a:spcBef>
              <a:spcAft>
                <a:spcPts val="0"/>
              </a:spcAft>
              <a:buNone/>
              <a:defRPr b="1" sz="1200">
                <a:solidFill>
                  <a:srgbClr val="888888"/>
                </a:solidFill>
                <a:latin typeface="Times New Roman"/>
                <a:ea typeface="Times New Roman"/>
                <a:cs typeface="Times New Roman"/>
                <a:sym typeface="Times New Roman"/>
              </a:defRPr>
            </a:lvl2pPr>
            <a:lvl3pPr indent="0" lvl="2" marL="0" marR="0" rtl="0" algn="r">
              <a:spcBef>
                <a:spcPts val="0"/>
              </a:spcBef>
              <a:spcAft>
                <a:spcPts val="0"/>
              </a:spcAft>
              <a:buNone/>
              <a:defRPr b="1" sz="1200">
                <a:solidFill>
                  <a:srgbClr val="888888"/>
                </a:solidFill>
                <a:latin typeface="Times New Roman"/>
                <a:ea typeface="Times New Roman"/>
                <a:cs typeface="Times New Roman"/>
                <a:sym typeface="Times New Roman"/>
              </a:defRPr>
            </a:lvl3pPr>
            <a:lvl4pPr indent="0" lvl="3" marL="0" marR="0" rtl="0" algn="r">
              <a:spcBef>
                <a:spcPts val="0"/>
              </a:spcBef>
              <a:spcAft>
                <a:spcPts val="0"/>
              </a:spcAft>
              <a:buNone/>
              <a:defRPr b="1" sz="1200">
                <a:solidFill>
                  <a:srgbClr val="888888"/>
                </a:solidFill>
                <a:latin typeface="Times New Roman"/>
                <a:ea typeface="Times New Roman"/>
                <a:cs typeface="Times New Roman"/>
                <a:sym typeface="Times New Roman"/>
              </a:defRPr>
            </a:lvl4pPr>
            <a:lvl5pPr indent="0" lvl="4" marL="0" marR="0" rtl="0" algn="r">
              <a:spcBef>
                <a:spcPts val="0"/>
              </a:spcBef>
              <a:spcAft>
                <a:spcPts val="0"/>
              </a:spcAft>
              <a:buNone/>
              <a:defRPr b="1" sz="1200">
                <a:solidFill>
                  <a:srgbClr val="888888"/>
                </a:solidFill>
                <a:latin typeface="Times New Roman"/>
                <a:ea typeface="Times New Roman"/>
                <a:cs typeface="Times New Roman"/>
                <a:sym typeface="Times New Roman"/>
              </a:defRPr>
            </a:lvl5pPr>
            <a:lvl6pPr indent="0" lvl="5" marL="0" marR="0" rtl="0" algn="r">
              <a:spcBef>
                <a:spcPts val="0"/>
              </a:spcBef>
              <a:spcAft>
                <a:spcPts val="0"/>
              </a:spcAft>
              <a:buNone/>
              <a:defRPr b="1" sz="1200">
                <a:solidFill>
                  <a:srgbClr val="888888"/>
                </a:solidFill>
                <a:latin typeface="Times New Roman"/>
                <a:ea typeface="Times New Roman"/>
                <a:cs typeface="Times New Roman"/>
                <a:sym typeface="Times New Roman"/>
              </a:defRPr>
            </a:lvl6pPr>
            <a:lvl7pPr indent="0" lvl="6" marL="0" marR="0" rtl="0" algn="r">
              <a:spcBef>
                <a:spcPts val="0"/>
              </a:spcBef>
              <a:spcAft>
                <a:spcPts val="0"/>
              </a:spcAft>
              <a:buNone/>
              <a:defRPr b="1" sz="1200">
                <a:solidFill>
                  <a:srgbClr val="888888"/>
                </a:solidFill>
                <a:latin typeface="Times New Roman"/>
                <a:ea typeface="Times New Roman"/>
                <a:cs typeface="Times New Roman"/>
                <a:sym typeface="Times New Roman"/>
              </a:defRPr>
            </a:lvl7pPr>
            <a:lvl8pPr indent="0" lvl="7" marL="0" marR="0" rtl="0" algn="r">
              <a:spcBef>
                <a:spcPts val="0"/>
              </a:spcBef>
              <a:spcAft>
                <a:spcPts val="0"/>
              </a:spcAft>
              <a:buNone/>
              <a:defRPr b="1" sz="1200">
                <a:solidFill>
                  <a:srgbClr val="888888"/>
                </a:solidFill>
                <a:latin typeface="Times New Roman"/>
                <a:ea typeface="Times New Roman"/>
                <a:cs typeface="Times New Roman"/>
                <a:sym typeface="Times New Roman"/>
              </a:defRPr>
            </a:lvl8pPr>
            <a:lvl9pPr indent="0" lvl="8" marL="0" marR="0" rtl="0" algn="r">
              <a:spcBef>
                <a:spcPts val="0"/>
              </a:spcBef>
              <a:spcAft>
                <a:spcPts val="0"/>
              </a:spcAft>
              <a:buNone/>
              <a:defRPr b="1" sz="1200">
                <a:solidFill>
                  <a:srgbClr val="888888"/>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87" r:id="rId1"/>
    <p:sldLayoutId id="2147483688" r:id="rId2"/>
    <p:sldLayoutId id="2147483689" r:id="rId3"/>
    <p:sldLayoutId id="2147483690" r:id="rId4"/>
    <p:sldLayoutId id="2147483691" r:id="rId5"/>
    <p:sldLayoutId id="2147483692" r:id="rId6"/>
    <p:sldLayoutId id="2147483693" r:id="rId7"/>
    <p:sldLayoutId id="2147483694" r:id="rId8"/>
    <p:sldLayoutId id="2147483695" r:id="rId9"/>
    <p:sldLayoutId id="2147483696" r:id="rId10"/>
    <p:sldLayoutId id="2147483697"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6.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14" name="Shape 314"/>
        <p:cNvGrpSpPr/>
        <p:nvPr/>
      </p:nvGrpSpPr>
      <p:grpSpPr>
        <a:xfrm>
          <a:off x="0" y="0"/>
          <a:ext cx="0" cy="0"/>
          <a:chOff x="0" y="0"/>
          <a:chExt cx="0" cy="0"/>
        </a:xfrm>
      </p:grpSpPr>
      <p:sp>
        <p:nvSpPr>
          <p:cNvPr id="315" name="Google Shape;315;p6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316" name="Google Shape;316;p63"/>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317" name="Google Shape;317;p6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1" sz="1200">
                <a:solidFill>
                  <a:srgbClr val="888888"/>
                </a:solidFill>
                <a:latin typeface="Times New Roman"/>
                <a:ea typeface="Times New Roman"/>
                <a:cs typeface="Times New Roman"/>
                <a:sym typeface="Times New Roman"/>
              </a:defRPr>
            </a:lvl1pPr>
            <a:lvl2pPr lvl="1" marR="0" rtl="0" algn="l">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2pPr>
            <a:lvl3pPr lvl="2" marR="0" rtl="0" algn="l">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3pPr>
            <a:lvl4pPr lvl="3" marR="0" rtl="0" algn="l">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4pPr>
            <a:lvl5pPr lvl="4" marR="0" rtl="0" algn="l">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5pPr>
            <a:lvl6pPr lvl="5" marR="0" rtl="0" algn="l">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6pPr>
            <a:lvl7pPr lvl="6" marR="0" rtl="0" algn="l">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7pPr>
            <a:lvl8pPr lvl="7" marR="0" rtl="0" algn="l">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8pPr>
            <a:lvl9pPr lvl="8" marR="0" rtl="0" algn="l">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9pPr>
          </a:lstStyle>
          <a:p/>
        </p:txBody>
      </p:sp>
      <p:sp>
        <p:nvSpPr>
          <p:cNvPr id="318" name="Google Shape;318;p6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1" sz="1200">
                <a:solidFill>
                  <a:srgbClr val="888888"/>
                </a:solidFill>
                <a:latin typeface="Times New Roman"/>
                <a:ea typeface="Times New Roman"/>
                <a:cs typeface="Times New Roman"/>
                <a:sym typeface="Times New Roman"/>
              </a:defRPr>
            </a:lvl1pPr>
            <a:lvl2pPr lvl="1" marR="0" rtl="0" algn="l">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2pPr>
            <a:lvl3pPr lvl="2" marR="0" rtl="0" algn="l">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3pPr>
            <a:lvl4pPr lvl="3" marR="0" rtl="0" algn="l">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4pPr>
            <a:lvl5pPr lvl="4" marR="0" rtl="0" algn="l">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5pPr>
            <a:lvl6pPr lvl="5" marR="0" rtl="0" algn="l">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6pPr>
            <a:lvl7pPr lvl="6" marR="0" rtl="0" algn="l">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7pPr>
            <a:lvl8pPr lvl="7" marR="0" rtl="0" algn="l">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8pPr>
            <a:lvl9pPr lvl="8" marR="0" rtl="0" algn="l">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9pPr>
          </a:lstStyle>
          <a:p/>
        </p:txBody>
      </p:sp>
      <p:sp>
        <p:nvSpPr>
          <p:cNvPr id="319" name="Google Shape;319;p6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spcAft>
                <a:spcPts val="0"/>
              </a:spcAft>
              <a:buNone/>
              <a:defRPr b="1" sz="1200">
                <a:solidFill>
                  <a:srgbClr val="888888"/>
                </a:solidFill>
                <a:latin typeface="Times New Roman"/>
                <a:ea typeface="Times New Roman"/>
                <a:cs typeface="Times New Roman"/>
                <a:sym typeface="Times New Roman"/>
              </a:defRPr>
            </a:lvl1pPr>
            <a:lvl2pPr indent="0" lvl="1" marL="0" marR="0" rtl="0" algn="r">
              <a:spcBef>
                <a:spcPts val="0"/>
              </a:spcBef>
              <a:spcAft>
                <a:spcPts val="0"/>
              </a:spcAft>
              <a:buNone/>
              <a:defRPr b="1" sz="1200">
                <a:solidFill>
                  <a:srgbClr val="888888"/>
                </a:solidFill>
                <a:latin typeface="Times New Roman"/>
                <a:ea typeface="Times New Roman"/>
                <a:cs typeface="Times New Roman"/>
                <a:sym typeface="Times New Roman"/>
              </a:defRPr>
            </a:lvl2pPr>
            <a:lvl3pPr indent="0" lvl="2" marL="0" marR="0" rtl="0" algn="r">
              <a:spcBef>
                <a:spcPts val="0"/>
              </a:spcBef>
              <a:spcAft>
                <a:spcPts val="0"/>
              </a:spcAft>
              <a:buNone/>
              <a:defRPr b="1" sz="1200">
                <a:solidFill>
                  <a:srgbClr val="888888"/>
                </a:solidFill>
                <a:latin typeface="Times New Roman"/>
                <a:ea typeface="Times New Roman"/>
                <a:cs typeface="Times New Roman"/>
                <a:sym typeface="Times New Roman"/>
              </a:defRPr>
            </a:lvl3pPr>
            <a:lvl4pPr indent="0" lvl="3" marL="0" marR="0" rtl="0" algn="r">
              <a:spcBef>
                <a:spcPts val="0"/>
              </a:spcBef>
              <a:spcAft>
                <a:spcPts val="0"/>
              </a:spcAft>
              <a:buNone/>
              <a:defRPr b="1" sz="1200">
                <a:solidFill>
                  <a:srgbClr val="888888"/>
                </a:solidFill>
                <a:latin typeface="Times New Roman"/>
                <a:ea typeface="Times New Roman"/>
                <a:cs typeface="Times New Roman"/>
                <a:sym typeface="Times New Roman"/>
              </a:defRPr>
            </a:lvl4pPr>
            <a:lvl5pPr indent="0" lvl="4" marL="0" marR="0" rtl="0" algn="r">
              <a:spcBef>
                <a:spcPts val="0"/>
              </a:spcBef>
              <a:spcAft>
                <a:spcPts val="0"/>
              </a:spcAft>
              <a:buNone/>
              <a:defRPr b="1" sz="1200">
                <a:solidFill>
                  <a:srgbClr val="888888"/>
                </a:solidFill>
                <a:latin typeface="Times New Roman"/>
                <a:ea typeface="Times New Roman"/>
                <a:cs typeface="Times New Roman"/>
                <a:sym typeface="Times New Roman"/>
              </a:defRPr>
            </a:lvl5pPr>
            <a:lvl6pPr indent="0" lvl="5" marL="0" marR="0" rtl="0" algn="r">
              <a:spcBef>
                <a:spcPts val="0"/>
              </a:spcBef>
              <a:spcAft>
                <a:spcPts val="0"/>
              </a:spcAft>
              <a:buNone/>
              <a:defRPr b="1" sz="1200">
                <a:solidFill>
                  <a:srgbClr val="888888"/>
                </a:solidFill>
                <a:latin typeface="Times New Roman"/>
                <a:ea typeface="Times New Roman"/>
                <a:cs typeface="Times New Roman"/>
                <a:sym typeface="Times New Roman"/>
              </a:defRPr>
            </a:lvl6pPr>
            <a:lvl7pPr indent="0" lvl="6" marL="0" marR="0" rtl="0" algn="r">
              <a:spcBef>
                <a:spcPts val="0"/>
              </a:spcBef>
              <a:spcAft>
                <a:spcPts val="0"/>
              </a:spcAft>
              <a:buNone/>
              <a:defRPr b="1" sz="1200">
                <a:solidFill>
                  <a:srgbClr val="888888"/>
                </a:solidFill>
                <a:latin typeface="Times New Roman"/>
                <a:ea typeface="Times New Roman"/>
                <a:cs typeface="Times New Roman"/>
                <a:sym typeface="Times New Roman"/>
              </a:defRPr>
            </a:lvl7pPr>
            <a:lvl8pPr indent="0" lvl="7" marL="0" marR="0" rtl="0" algn="r">
              <a:spcBef>
                <a:spcPts val="0"/>
              </a:spcBef>
              <a:spcAft>
                <a:spcPts val="0"/>
              </a:spcAft>
              <a:buNone/>
              <a:defRPr b="1" sz="1200">
                <a:solidFill>
                  <a:srgbClr val="888888"/>
                </a:solidFill>
                <a:latin typeface="Times New Roman"/>
                <a:ea typeface="Times New Roman"/>
                <a:cs typeface="Times New Roman"/>
                <a:sym typeface="Times New Roman"/>
              </a:defRPr>
            </a:lvl8pPr>
            <a:lvl9pPr indent="0" lvl="8" marL="0" marR="0" rtl="0" algn="r">
              <a:spcBef>
                <a:spcPts val="0"/>
              </a:spcBef>
              <a:spcAft>
                <a:spcPts val="0"/>
              </a:spcAft>
              <a:buNone/>
              <a:defRPr b="1" sz="1200">
                <a:solidFill>
                  <a:srgbClr val="888888"/>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99" r:id="rId1"/>
    <p:sldLayoutId id="2147483700" r:id="rId2"/>
    <p:sldLayoutId id="2147483701" r:id="rId3"/>
    <p:sldLayoutId id="2147483702" r:id="rId4"/>
    <p:sldLayoutId id="2147483703" r:id="rId5"/>
    <p:sldLayoutId id="2147483704" r:id="rId6"/>
    <p:sldLayoutId id="2147483705" r:id="rId7"/>
    <p:sldLayoutId id="2147483706" r:id="rId8"/>
    <p:sldLayoutId id="2147483707" r:id="rId9"/>
    <p:sldLayoutId id="2147483708" r:id="rId10"/>
    <p:sldLayoutId id="214748370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1" Type="http://schemas.openxmlformats.org/officeDocument/2006/relationships/image" Target="../media/image15.jpg"/><Relationship Id="rId10" Type="http://schemas.openxmlformats.org/officeDocument/2006/relationships/image" Target="../media/image11.jpg"/><Relationship Id="rId13" Type="http://schemas.openxmlformats.org/officeDocument/2006/relationships/image" Target="../media/image9.jpg"/><Relationship Id="rId12" Type="http://schemas.openxmlformats.org/officeDocument/2006/relationships/image" Target="../media/image4.jpg"/><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2.png"/><Relationship Id="rId4" Type="http://schemas.openxmlformats.org/officeDocument/2006/relationships/image" Target="../media/image2.png"/><Relationship Id="rId9" Type="http://schemas.openxmlformats.org/officeDocument/2006/relationships/image" Target="../media/image10.jpg"/><Relationship Id="rId14" Type="http://schemas.openxmlformats.org/officeDocument/2006/relationships/image" Target="../media/image5.jpg"/><Relationship Id="rId5" Type="http://schemas.openxmlformats.org/officeDocument/2006/relationships/image" Target="../media/image7.jpg"/><Relationship Id="rId6" Type="http://schemas.openxmlformats.org/officeDocument/2006/relationships/image" Target="../media/image14.png"/><Relationship Id="rId7" Type="http://schemas.openxmlformats.org/officeDocument/2006/relationships/image" Target="../media/image6.png"/><Relationship Id="rId8" Type="http://schemas.openxmlformats.org/officeDocument/2006/relationships/image" Target="../media/image3.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13.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1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2" name="Shape 392"/>
        <p:cNvGrpSpPr/>
        <p:nvPr/>
      </p:nvGrpSpPr>
      <p:grpSpPr>
        <a:xfrm>
          <a:off x="0" y="0"/>
          <a:ext cx="0" cy="0"/>
          <a:chOff x="0" y="0"/>
          <a:chExt cx="0" cy="0"/>
        </a:xfrm>
      </p:grpSpPr>
      <p:sp>
        <p:nvSpPr>
          <p:cNvPr id="393" name="Google Shape;393;p1"/>
          <p:cNvSpPr txBox="1"/>
          <p:nvPr>
            <p:ph type="ctrTitle"/>
          </p:nvPr>
        </p:nvSpPr>
        <p:spPr>
          <a:xfrm>
            <a:off x="0" y="1143000"/>
            <a:ext cx="9144000" cy="46482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rgbClr val="FFFF00"/>
              </a:buClr>
              <a:buSzPts val="4400"/>
              <a:buFont typeface="Verdana"/>
              <a:buNone/>
            </a:pPr>
            <a:r>
              <a:rPr b="1" lang="en-US" sz="4400">
                <a:solidFill>
                  <a:srgbClr val="FFFF00"/>
                </a:solidFill>
              </a:rPr>
              <a:t>Why Do We Test Software?</a:t>
            </a:r>
            <a:br>
              <a:rPr b="1" lang="en-US" sz="4400">
                <a:solidFill>
                  <a:srgbClr val="FFFF00"/>
                </a:solidFill>
              </a:rPr>
            </a:br>
            <a:br>
              <a:rPr b="1" lang="en-US" sz="3000">
                <a:solidFill>
                  <a:srgbClr val="FFFF00"/>
                </a:solidFill>
                <a:latin typeface="Verdana"/>
                <a:ea typeface="Verdana"/>
                <a:cs typeface="Verdana"/>
                <a:sym typeface="Verdana"/>
              </a:rPr>
            </a:br>
            <a:r>
              <a:rPr b="1" lang="en-US" sz="4000">
                <a:solidFill>
                  <a:srgbClr val="FFFFFF"/>
                </a:solidFill>
                <a:latin typeface="Verdana"/>
                <a:ea typeface="Verdana"/>
                <a:cs typeface="Verdana"/>
                <a:sym typeface="Verdana"/>
              </a:rPr>
              <a:t>CS 3250</a:t>
            </a:r>
            <a:br>
              <a:rPr b="1" lang="en-US" sz="4000">
                <a:solidFill>
                  <a:srgbClr val="FFFFFF"/>
                </a:solidFill>
                <a:latin typeface="Verdana"/>
                <a:ea typeface="Verdana"/>
                <a:cs typeface="Verdana"/>
                <a:sym typeface="Verdana"/>
              </a:rPr>
            </a:br>
            <a:r>
              <a:rPr b="1" lang="en-US" sz="4000">
                <a:solidFill>
                  <a:srgbClr val="FFFFFF"/>
                </a:solidFill>
                <a:latin typeface="Verdana"/>
                <a:ea typeface="Verdana"/>
                <a:cs typeface="Verdana"/>
                <a:sym typeface="Verdana"/>
              </a:rPr>
              <a:t>Software Testing</a:t>
            </a:r>
            <a:endParaRPr/>
          </a:p>
        </p:txBody>
      </p:sp>
      <p:sp>
        <p:nvSpPr>
          <p:cNvPr id="394" name="Google Shape;394;p1"/>
          <p:cNvSpPr/>
          <p:nvPr/>
        </p:nvSpPr>
        <p:spPr>
          <a:xfrm>
            <a:off x="2589738" y="6225418"/>
            <a:ext cx="6478062" cy="275460"/>
          </a:xfrm>
          <a:prstGeom prst="rect">
            <a:avLst/>
          </a:prstGeom>
          <a:noFill/>
          <a:ln>
            <a:noFill/>
          </a:ln>
        </p:spPr>
        <p:txBody>
          <a:bodyPr anchorCtr="0" anchor="t" bIns="45700" lIns="91425" spcFirstLastPara="1" rIns="91425" wrap="square" tIns="45700">
            <a:spAutoFit/>
          </a:bodyPr>
          <a:lstStyle/>
          <a:p>
            <a:pPr indent="0" lvl="0" marL="0" marR="0" rtl="0" algn="r">
              <a:lnSpc>
                <a:spcPct val="85000"/>
              </a:lnSpc>
              <a:spcBef>
                <a:spcPts val="0"/>
              </a:spcBef>
              <a:spcAft>
                <a:spcPts val="0"/>
              </a:spcAft>
              <a:buNone/>
            </a:pPr>
            <a:r>
              <a:rPr b="0" i="0" lang="en-US" sz="1400" u="none" cap="none" strike="noStrike">
                <a:solidFill>
                  <a:schemeClr val="lt1"/>
                </a:solidFill>
                <a:latin typeface="Verdana"/>
                <a:ea typeface="Verdana"/>
                <a:cs typeface="Verdana"/>
                <a:sym typeface="Verdana"/>
              </a:rPr>
              <a:t>[Ammann and Offutt, “Introduction to Software Testing,” Ch. 1]</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9" name="Shape 399"/>
        <p:cNvGrpSpPr/>
        <p:nvPr/>
      </p:nvGrpSpPr>
      <p:grpSpPr>
        <a:xfrm>
          <a:off x="0" y="0"/>
          <a:ext cx="0" cy="0"/>
          <a:chOff x="0" y="0"/>
          <a:chExt cx="0" cy="0"/>
        </a:xfrm>
      </p:grpSpPr>
      <p:sp>
        <p:nvSpPr>
          <p:cNvPr id="400" name="Google Shape;400;p2"/>
          <p:cNvSpPr txBox="1"/>
          <p:nvPr>
            <p:ph type="title"/>
          </p:nvPr>
        </p:nvSpPr>
        <p:spPr>
          <a:xfrm>
            <a:off x="0" y="0"/>
            <a:ext cx="9144000" cy="914400"/>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Clr>
                <a:srgbClr val="FFFF00"/>
              </a:buClr>
              <a:buSzPts val="4000"/>
              <a:buFont typeface="Verdana"/>
              <a:buNone/>
            </a:pPr>
            <a:r>
              <a:rPr lang="en-US"/>
              <a:t>Software is Everywhere</a:t>
            </a:r>
            <a:endParaRPr/>
          </a:p>
        </p:txBody>
      </p:sp>
      <p:pic>
        <p:nvPicPr>
          <p:cNvPr id="401" name="Google Shape;401;p2"/>
          <p:cNvPicPr preferRelativeResize="0"/>
          <p:nvPr/>
        </p:nvPicPr>
        <p:blipFill rotWithShape="1">
          <a:blip r:embed="rId3">
            <a:alphaModFix/>
          </a:blip>
          <a:srcRect b="0" l="0" r="0" t="0"/>
          <a:stretch/>
        </p:blipFill>
        <p:spPr>
          <a:xfrm>
            <a:off x="4292412" y="2773090"/>
            <a:ext cx="2108388" cy="1570310"/>
          </a:xfrm>
          <a:prstGeom prst="rect">
            <a:avLst/>
          </a:prstGeom>
          <a:noFill/>
          <a:ln>
            <a:noFill/>
          </a:ln>
        </p:spPr>
      </p:pic>
      <p:pic>
        <p:nvPicPr>
          <p:cNvPr id="402" name="Google Shape;402;p2"/>
          <p:cNvPicPr preferRelativeResize="0"/>
          <p:nvPr/>
        </p:nvPicPr>
        <p:blipFill rotWithShape="1">
          <a:blip r:embed="rId4">
            <a:alphaModFix/>
          </a:blip>
          <a:srcRect b="0" l="0" r="0" t="0"/>
          <a:stretch/>
        </p:blipFill>
        <p:spPr>
          <a:xfrm>
            <a:off x="2477284" y="1210263"/>
            <a:ext cx="1637516" cy="1228137"/>
          </a:xfrm>
          <a:prstGeom prst="rect">
            <a:avLst/>
          </a:prstGeom>
          <a:noFill/>
          <a:ln>
            <a:noFill/>
          </a:ln>
        </p:spPr>
      </p:pic>
      <p:pic>
        <p:nvPicPr>
          <p:cNvPr descr="C:\Documents and Settings\rpanesar\My Documents\My Pictures\Microsoft Clip Organizer\j0433050.jpg" id="403" name="Google Shape;403;p2"/>
          <p:cNvPicPr preferRelativeResize="0"/>
          <p:nvPr/>
        </p:nvPicPr>
        <p:blipFill rotWithShape="1">
          <a:blip r:embed="rId5">
            <a:alphaModFix/>
          </a:blip>
          <a:srcRect b="0" l="0" r="0" t="0"/>
          <a:stretch/>
        </p:blipFill>
        <p:spPr>
          <a:xfrm>
            <a:off x="2354697" y="2856711"/>
            <a:ext cx="1379103" cy="1379103"/>
          </a:xfrm>
          <a:prstGeom prst="rect">
            <a:avLst/>
          </a:prstGeom>
          <a:noFill/>
          <a:ln>
            <a:noFill/>
          </a:ln>
        </p:spPr>
      </p:pic>
      <p:pic>
        <p:nvPicPr>
          <p:cNvPr id="404" name="Google Shape;404;p2"/>
          <p:cNvPicPr preferRelativeResize="0"/>
          <p:nvPr/>
        </p:nvPicPr>
        <p:blipFill rotWithShape="1">
          <a:blip r:embed="rId6">
            <a:alphaModFix/>
          </a:blip>
          <a:srcRect b="0" l="0" r="0" t="0"/>
          <a:stretch/>
        </p:blipFill>
        <p:spPr>
          <a:xfrm>
            <a:off x="4876800" y="4645611"/>
            <a:ext cx="1967977" cy="1374190"/>
          </a:xfrm>
          <a:prstGeom prst="rect">
            <a:avLst/>
          </a:prstGeom>
          <a:noFill/>
          <a:ln>
            <a:noFill/>
          </a:ln>
        </p:spPr>
      </p:pic>
      <p:pic>
        <p:nvPicPr>
          <p:cNvPr descr="MCj04157480000[1]" id="405" name="Google Shape;405;p2"/>
          <p:cNvPicPr preferRelativeResize="0"/>
          <p:nvPr/>
        </p:nvPicPr>
        <p:blipFill rotWithShape="1">
          <a:blip r:embed="rId7">
            <a:alphaModFix/>
          </a:blip>
          <a:srcRect b="0" l="0" r="0" t="0"/>
          <a:stretch/>
        </p:blipFill>
        <p:spPr>
          <a:xfrm>
            <a:off x="381000" y="2747531"/>
            <a:ext cx="1583159" cy="1592206"/>
          </a:xfrm>
          <a:prstGeom prst="rect">
            <a:avLst/>
          </a:prstGeom>
          <a:noFill/>
          <a:ln>
            <a:noFill/>
          </a:ln>
        </p:spPr>
      </p:pic>
      <p:pic>
        <p:nvPicPr>
          <p:cNvPr descr="sattlelight.jpg" id="406" name="Google Shape;406;p2"/>
          <p:cNvPicPr preferRelativeResize="0"/>
          <p:nvPr/>
        </p:nvPicPr>
        <p:blipFill rotWithShape="1">
          <a:blip r:embed="rId8">
            <a:alphaModFix/>
          </a:blip>
          <a:srcRect b="0" l="0" r="0" t="0"/>
          <a:stretch/>
        </p:blipFill>
        <p:spPr>
          <a:xfrm>
            <a:off x="6917602" y="2507097"/>
            <a:ext cx="1830291" cy="1379103"/>
          </a:xfrm>
          <a:prstGeom prst="rect">
            <a:avLst/>
          </a:prstGeom>
          <a:noFill/>
          <a:ln>
            <a:noFill/>
          </a:ln>
        </p:spPr>
      </p:pic>
      <p:pic>
        <p:nvPicPr>
          <p:cNvPr descr="Rocket-take-off.jpg" id="407" name="Google Shape;407;p2"/>
          <p:cNvPicPr preferRelativeResize="0"/>
          <p:nvPr/>
        </p:nvPicPr>
        <p:blipFill rotWithShape="1">
          <a:blip r:embed="rId9">
            <a:alphaModFix/>
          </a:blip>
          <a:srcRect b="0" l="0" r="0" t="0"/>
          <a:stretch/>
        </p:blipFill>
        <p:spPr>
          <a:xfrm>
            <a:off x="7167269" y="4081442"/>
            <a:ext cx="1595731" cy="2014558"/>
          </a:xfrm>
          <a:prstGeom prst="rect">
            <a:avLst/>
          </a:prstGeom>
          <a:noFill/>
          <a:ln>
            <a:noFill/>
          </a:ln>
        </p:spPr>
      </p:pic>
      <p:pic>
        <p:nvPicPr>
          <p:cNvPr descr="Therac-25-Medical-Accelerator.jpg" id="408" name="Google Shape;408;p2"/>
          <p:cNvPicPr preferRelativeResize="0"/>
          <p:nvPr/>
        </p:nvPicPr>
        <p:blipFill rotWithShape="1">
          <a:blip r:embed="rId10">
            <a:alphaModFix/>
          </a:blip>
          <a:srcRect b="0" l="0" r="0" t="0"/>
          <a:stretch/>
        </p:blipFill>
        <p:spPr>
          <a:xfrm>
            <a:off x="5791200" y="1066800"/>
            <a:ext cx="2958343" cy="1342441"/>
          </a:xfrm>
          <a:prstGeom prst="rect">
            <a:avLst/>
          </a:prstGeom>
          <a:noFill/>
          <a:ln>
            <a:noFill/>
          </a:ln>
        </p:spPr>
      </p:pic>
      <p:pic>
        <p:nvPicPr>
          <p:cNvPr descr="car2.jpg" id="409" name="Google Shape;409;p2"/>
          <p:cNvPicPr preferRelativeResize="0"/>
          <p:nvPr/>
        </p:nvPicPr>
        <p:blipFill rotWithShape="1">
          <a:blip r:embed="rId11">
            <a:alphaModFix/>
          </a:blip>
          <a:srcRect b="0" l="0" r="0" t="0"/>
          <a:stretch/>
        </p:blipFill>
        <p:spPr>
          <a:xfrm>
            <a:off x="384470" y="1143000"/>
            <a:ext cx="1749130" cy="1311848"/>
          </a:xfrm>
          <a:prstGeom prst="rect">
            <a:avLst/>
          </a:prstGeom>
          <a:noFill/>
          <a:ln>
            <a:noFill/>
          </a:ln>
        </p:spPr>
      </p:pic>
      <p:pic>
        <p:nvPicPr>
          <p:cNvPr descr="sw-car.jpg" id="410" name="Google Shape;410;p2"/>
          <p:cNvPicPr preferRelativeResize="0"/>
          <p:nvPr/>
        </p:nvPicPr>
        <p:blipFill rotWithShape="1">
          <a:blip r:embed="rId12">
            <a:alphaModFix/>
          </a:blip>
          <a:srcRect b="0" l="0" r="0" t="0"/>
          <a:stretch/>
        </p:blipFill>
        <p:spPr>
          <a:xfrm>
            <a:off x="391697" y="4688847"/>
            <a:ext cx="1665703" cy="1311849"/>
          </a:xfrm>
          <a:prstGeom prst="rect">
            <a:avLst/>
          </a:prstGeom>
          <a:noFill/>
          <a:ln>
            <a:noFill/>
          </a:ln>
        </p:spPr>
      </p:pic>
      <p:pic>
        <p:nvPicPr>
          <p:cNvPr descr="traffic-light.jpg" id="411" name="Google Shape;411;p2"/>
          <p:cNvPicPr preferRelativeResize="0"/>
          <p:nvPr/>
        </p:nvPicPr>
        <p:blipFill rotWithShape="1">
          <a:blip r:embed="rId13">
            <a:alphaModFix/>
          </a:blip>
          <a:srcRect b="0" l="0" r="0" t="0"/>
          <a:stretch/>
        </p:blipFill>
        <p:spPr>
          <a:xfrm>
            <a:off x="2514600" y="4645290"/>
            <a:ext cx="1967977" cy="1374510"/>
          </a:xfrm>
          <a:prstGeom prst="rect">
            <a:avLst/>
          </a:prstGeom>
          <a:noFill/>
          <a:ln>
            <a:noFill/>
          </a:ln>
        </p:spPr>
      </p:pic>
      <p:pic>
        <p:nvPicPr>
          <p:cNvPr id="412" name="Google Shape;412;p2"/>
          <p:cNvPicPr preferRelativeResize="0"/>
          <p:nvPr/>
        </p:nvPicPr>
        <p:blipFill rotWithShape="1">
          <a:blip r:embed="rId14">
            <a:alphaModFix/>
          </a:blip>
          <a:srcRect b="0" l="0" r="0" t="0"/>
          <a:stretch/>
        </p:blipFill>
        <p:spPr>
          <a:xfrm>
            <a:off x="4419600" y="1202020"/>
            <a:ext cx="1066800" cy="116018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6" name="Shape 416"/>
        <p:cNvGrpSpPr/>
        <p:nvPr/>
      </p:nvGrpSpPr>
      <p:grpSpPr>
        <a:xfrm>
          <a:off x="0" y="0"/>
          <a:ext cx="0" cy="0"/>
          <a:chOff x="0" y="0"/>
          <a:chExt cx="0" cy="0"/>
        </a:xfrm>
      </p:grpSpPr>
      <p:sp>
        <p:nvSpPr>
          <p:cNvPr id="417" name="Google Shape;417;p3"/>
          <p:cNvSpPr txBox="1"/>
          <p:nvPr/>
        </p:nvSpPr>
        <p:spPr>
          <a:xfrm>
            <a:off x="381000" y="990600"/>
            <a:ext cx="8382000" cy="5486399"/>
          </a:xfrm>
          <a:prstGeom prst="rect">
            <a:avLst/>
          </a:prstGeom>
          <a:noFill/>
          <a:ln>
            <a:noFill/>
          </a:ln>
        </p:spPr>
        <p:txBody>
          <a:bodyPr anchorCtr="0" anchor="t" bIns="45700" lIns="91425" spcFirstLastPara="1" rIns="91425" wrap="square" tIns="45700">
            <a:noAutofit/>
          </a:bodyPr>
          <a:lstStyle/>
          <a:p>
            <a:pPr indent="0" lvl="0" marL="0" marR="0" rtl="0" algn="l">
              <a:lnSpc>
                <a:spcPct val="95000"/>
              </a:lnSpc>
              <a:spcBef>
                <a:spcPts val="0"/>
              </a:spcBef>
              <a:spcAft>
                <a:spcPts val="0"/>
              </a:spcAft>
              <a:buClr>
                <a:schemeClr val="lt1"/>
              </a:buClr>
              <a:buSzPts val="2000"/>
              <a:buFont typeface="Arial"/>
              <a:buNone/>
            </a:pPr>
            <a:r>
              <a:rPr b="0" i="0" lang="en-US" sz="2000" u="none" cap="none" strike="noStrike">
                <a:solidFill>
                  <a:schemeClr val="lt1"/>
                </a:solidFill>
                <a:latin typeface="Verdana"/>
                <a:ea typeface="Verdana"/>
                <a:cs typeface="Verdana"/>
                <a:sym typeface="Verdana"/>
              </a:rPr>
              <a:t>(Some bad things that could happen)</a:t>
            </a:r>
            <a:endParaRPr/>
          </a:p>
          <a:p>
            <a:pPr indent="-182880" lvl="0" marL="182880" marR="0" rtl="0" algn="l">
              <a:lnSpc>
                <a:spcPct val="95000"/>
              </a:lnSpc>
              <a:spcBef>
                <a:spcPts val="1200"/>
              </a:spcBef>
              <a:spcAft>
                <a:spcPts val="0"/>
              </a:spcAft>
              <a:buClr>
                <a:schemeClr val="lt1"/>
              </a:buClr>
              <a:buSzPts val="2000"/>
              <a:buFont typeface="Arial"/>
              <a:buChar char="•"/>
            </a:pPr>
            <a:r>
              <a:rPr b="0" i="0" lang="en-US" sz="2000" u="none" cap="none" strike="noStrike">
                <a:solidFill>
                  <a:schemeClr val="lt1"/>
                </a:solidFill>
                <a:latin typeface="Verdana"/>
                <a:ea typeface="Verdana"/>
                <a:cs typeface="Verdana"/>
                <a:sym typeface="Verdana"/>
              </a:rPr>
              <a:t>Functionality – doesn’t produce the results as expected</a:t>
            </a:r>
            <a:endParaRPr/>
          </a:p>
          <a:p>
            <a:pPr indent="-182880" lvl="0" marL="182880" marR="0" rtl="0" algn="l">
              <a:lnSpc>
                <a:spcPct val="95000"/>
              </a:lnSpc>
              <a:spcBef>
                <a:spcPts val="1200"/>
              </a:spcBef>
              <a:spcAft>
                <a:spcPts val="0"/>
              </a:spcAft>
              <a:buClr>
                <a:schemeClr val="lt1"/>
              </a:buClr>
              <a:buSzPts val="2000"/>
              <a:buFont typeface="Arial"/>
              <a:buChar char="•"/>
            </a:pPr>
            <a:r>
              <a:rPr b="0" i="0" lang="en-US" sz="2000" u="none" cap="none" strike="noStrike">
                <a:solidFill>
                  <a:schemeClr val="lt1"/>
                </a:solidFill>
                <a:latin typeface="Verdana"/>
                <a:ea typeface="Verdana"/>
                <a:cs typeface="Verdana"/>
                <a:sym typeface="Verdana"/>
              </a:rPr>
              <a:t>Reliability – sometimes work, sometimes doesn’t </a:t>
            </a:r>
            <a:endParaRPr/>
          </a:p>
          <a:p>
            <a:pPr indent="-182880" lvl="0" marL="182880" marR="0" rtl="0" algn="l">
              <a:lnSpc>
                <a:spcPct val="95000"/>
              </a:lnSpc>
              <a:spcBef>
                <a:spcPts val="1200"/>
              </a:spcBef>
              <a:spcAft>
                <a:spcPts val="0"/>
              </a:spcAft>
              <a:buClr>
                <a:schemeClr val="lt1"/>
              </a:buClr>
              <a:buSzPts val="2000"/>
              <a:buFont typeface="Arial"/>
              <a:buChar char="•"/>
            </a:pPr>
            <a:r>
              <a:rPr b="0" i="0" lang="en-US" sz="2000" u="none" cap="none" strike="noStrike">
                <a:solidFill>
                  <a:schemeClr val="lt1"/>
                </a:solidFill>
                <a:latin typeface="Verdana"/>
                <a:ea typeface="Verdana"/>
                <a:cs typeface="Verdana"/>
                <a:sym typeface="Verdana"/>
              </a:rPr>
              <a:t>Usability – works but frustrating to use</a:t>
            </a:r>
            <a:endParaRPr/>
          </a:p>
          <a:p>
            <a:pPr indent="-182880" lvl="0" marL="182880" marR="0" rtl="0" algn="l">
              <a:lnSpc>
                <a:spcPct val="95000"/>
              </a:lnSpc>
              <a:spcBef>
                <a:spcPts val="1200"/>
              </a:spcBef>
              <a:spcAft>
                <a:spcPts val="0"/>
              </a:spcAft>
              <a:buClr>
                <a:schemeClr val="lt1"/>
              </a:buClr>
              <a:buSzPts val="2000"/>
              <a:buFont typeface="Arial"/>
              <a:buChar char="•"/>
            </a:pPr>
            <a:r>
              <a:rPr b="0" i="0" lang="en-US" sz="2000" u="none" cap="none" strike="noStrike">
                <a:solidFill>
                  <a:schemeClr val="lt1"/>
                </a:solidFill>
                <a:latin typeface="Verdana"/>
                <a:ea typeface="Verdana"/>
                <a:cs typeface="Verdana"/>
                <a:sym typeface="Verdana"/>
              </a:rPr>
              <a:t>Accessibility – works but inaccessible </a:t>
            </a:r>
            <a:endParaRPr/>
          </a:p>
          <a:p>
            <a:pPr indent="-182880" lvl="0" marL="182880" marR="0" rtl="0" algn="l">
              <a:lnSpc>
                <a:spcPct val="95000"/>
              </a:lnSpc>
              <a:spcBef>
                <a:spcPts val="1200"/>
              </a:spcBef>
              <a:spcAft>
                <a:spcPts val="0"/>
              </a:spcAft>
              <a:buClr>
                <a:schemeClr val="lt1"/>
              </a:buClr>
              <a:buSzPts val="2000"/>
              <a:buFont typeface="Arial"/>
              <a:buChar char="•"/>
            </a:pPr>
            <a:r>
              <a:rPr b="0" i="0" lang="en-US" sz="2000" u="none" cap="none" strike="noStrike">
                <a:solidFill>
                  <a:schemeClr val="lt1"/>
                </a:solidFill>
                <a:latin typeface="Verdana"/>
                <a:ea typeface="Verdana"/>
                <a:cs typeface="Verdana"/>
                <a:sym typeface="Verdana"/>
              </a:rPr>
              <a:t>Predictability – random spikes in resources</a:t>
            </a:r>
            <a:endParaRPr/>
          </a:p>
          <a:p>
            <a:pPr indent="-182880" lvl="0" marL="182880" marR="0" rtl="0" algn="l">
              <a:lnSpc>
                <a:spcPct val="95000"/>
              </a:lnSpc>
              <a:spcBef>
                <a:spcPts val="1200"/>
              </a:spcBef>
              <a:spcAft>
                <a:spcPts val="0"/>
              </a:spcAft>
              <a:buClr>
                <a:schemeClr val="lt1"/>
              </a:buClr>
              <a:buSzPts val="2000"/>
              <a:buFont typeface="Arial"/>
              <a:buChar char="•"/>
            </a:pPr>
            <a:r>
              <a:rPr b="0" i="0" lang="en-US" sz="2000" u="none" cap="none" strike="noStrike">
                <a:solidFill>
                  <a:schemeClr val="lt1"/>
                </a:solidFill>
                <a:latin typeface="Verdana"/>
                <a:ea typeface="Verdana"/>
                <a:cs typeface="Verdana"/>
                <a:sym typeface="Verdana"/>
              </a:rPr>
              <a:t>Security – expose security vulnerabilities</a:t>
            </a:r>
            <a:endParaRPr/>
          </a:p>
          <a:p>
            <a:pPr indent="-182880" lvl="0" marL="182880" marR="0" rtl="0" algn="l">
              <a:lnSpc>
                <a:spcPct val="95000"/>
              </a:lnSpc>
              <a:spcBef>
                <a:spcPts val="1200"/>
              </a:spcBef>
              <a:spcAft>
                <a:spcPts val="0"/>
              </a:spcAft>
              <a:buClr>
                <a:schemeClr val="lt1"/>
              </a:buClr>
              <a:buSzPts val="2000"/>
              <a:buFont typeface="Arial"/>
              <a:buChar char="•"/>
            </a:pPr>
            <a:r>
              <a:rPr b="0" i="0" lang="en-US" sz="2000" u="none" cap="none" strike="noStrike">
                <a:solidFill>
                  <a:schemeClr val="lt1"/>
                </a:solidFill>
                <a:latin typeface="Verdana"/>
                <a:ea typeface="Verdana"/>
                <a:cs typeface="Verdana"/>
                <a:sym typeface="Verdana"/>
              </a:rPr>
              <a:t>Compliance – doesn’t handle sensitive information correctly</a:t>
            </a:r>
            <a:endParaRPr/>
          </a:p>
          <a:p>
            <a:pPr indent="-182880" lvl="0" marL="182880" marR="0" rtl="0" algn="l">
              <a:lnSpc>
                <a:spcPct val="95000"/>
              </a:lnSpc>
              <a:spcBef>
                <a:spcPts val="1200"/>
              </a:spcBef>
              <a:spcAft>
                <a:spcPts val="0"/>
              </a:spcAft>
              <a:buClr>
                <a:schemeClr val="lt1"/>
              </a:buClr>
              <a:buSzPts val="2000"/>
              <a:buFont typeface="Arial"/>
              <a:buChar char="•"/>
            </a:pPr>
            <a:r>
              <a:rPr b="0" i="0" lang="en-US" sz="2000" u="none" cap="none" strike="noStrike">
                <a:solidFill>
                  <a:schemeClr val="lt1"/>
                </a:solidFill>
                <a:latin typeface="Verdana"/>
                <a:ea typeface="Verdana"/>
                <a:cs typeface="Verdana"/>
                <a:sym typeface="Verdana"/>
              </a:rPr>
              <a:t>Observability – difficult to identify the cause of failures</a:t>
            </a:r>
            <a:endParaRPr/>
          </a:p>
        </p:txBody>
      </p:sp>
      <p:sp>
        <p:nvSpPr>
          <p:cNvPr id="418" name="Google Shape;418;p3"/>
          <p:cNvSpPr txBox="1"/>
          <p:nvPr>
            <p:ph type="title"/>
          </p:nvPr>
        </p:nvSpPr>
        <p:spPr>
          <a:xfrm>
            <a:off x="0" y="0"/>
            <a:ext cx="9144000" cy="914400"/>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Clr>
                <a:srgbClr val="FFFF00"/>
              </a:buClr>
              <a:buSzPts val="4000"/>
              <a:buFont typeface="Verdana"/>
              <a:buNone/>
            </a:pPr>
            <a:r>
              <a:rPr lang="en-US"/>
              <a:t>What Could Go Wrong?</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3" name="Shape 423"/>
        <p:cNvGrpSpPr/>
        <p:nvPr/>
      </p:nvGrpSpPr>
      <p:grpSpPr>
        <a:xfrm>
          <a:off x="0" y="0"/>
          <a:ext cx="0" cy="0"/>
          <a:chOff x="0" y="0"/>
          <a:chExt cx="0" cy="0"/>
        </a:xfrm>
      </p:grpSpPr>
      <p:sp>
        <p:nvSpPr>
          <p:cNvPr id="424" name="Google Shape;424;p4"/>
          <p:cNvSpPr txBox="1"/>
          <p:nvPr>
            <p:ph type="title"/>
          </p:nvPr>
        </p:nvSpPr>
        <p:spPr>
          <a:xfrm>
            <a:off x="0" y="0"/>
            <a:ext cx="9144000" cy="914400"/>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Clr>
                <a:srgbClr val="FFFF00"/>
              </a:buClr>
              <a:buSzPts val="3600"/>
              <a:buFont typeface="Verdana"/>
              <a:buNone/>
            </a:pPr>
            <a:r>
              <a:rPr b="0" lang="en-US" sz="3600"/>
              <a:t>(some) </a:t>
            </a:r>
            <a:r>
              <a:rPr lang="en-US"/>
              <a:t>Software Failures</a:t>
            </a:r>
            <a:endParaRPr/>
          </a:p>
        </p:txBody>
      </p:sp>
      <p:sp>
        <p:nvSpPr>
          <p:cNvPr id="425" name="Google Shape;425;p4"/>
          <p:cNvSpPr txBox="1"/>
          <p:nvPr>
            <p:ph idx="1" type="body"/>
          </p:nvPr>
        </p:nvSpPr>
        <p:spPr>
          <a:xfrm>
            <a:off x="152400" y="1005840"/>
            <a:ext cx="8915400" cy="5650992"/>
          </a:xfrm>
          <a:prstGeom prst="rect">
            <a:avLst/>
          </a:prstGeom>
          <a:noFill/>
          <a:ln>
            <a:noFill/>
          </a:ln>
        </p:spPr>
        <p:txBody>
          <a:bodyPr anchorCtr="0" anchor="t" bIns="45700" lIns="91425" spcFirstLastPara="1" rIns="91425" wrap="square" tIns="45700">
            <a:noAutofit/>
          </a:bodyPr>
          <a:lstStyle/>
          <a:p>
            <a:pPr indent="-182880" lvl="1" marL="182880" rtl="0" algn="l">
              <a:lnSpc>
                <a:spcPct val="90000"/>
              </a:lnSpc>
              <a:spcBef>
                <a:spcPts val="0"/>
              </a:spcBef>
              <a:spcAft>
                <a:spcPts val="0"/>
              </a:spcAft>
              <a:buSzPts val="1600"/>
              <a:buChar char="●"/>
            </a:pPr>
            <a:r>
              <a:rPr lang="en-US" sz="1600"/>
              <a:t>2024: A fault in the CrowdStrike’s software update crashed machines running Microsoft’s Windows operating systems, resulting in an outage and massive domino effect on many companies, including major global banks, airlines, and healthcare and energy companies</a:t>
            </a:r>
            <a:endParaRPr/>
          </a:p>
          <a:p>
            <a:pPr indent="-182880" lvl="1" marL="182880" rtl="0" algn="l">
              <a:lnSpc>
                <a:spcPct val="90000"/>
              </a:lnSpc>
              <a:spcBef>
                <a:spcPts val="1600"/>
              </a:spcBef>
              <a:spcAft>
                <a:spcPts val="0"/>
              </a:spcAft>
              <a:buSzPts val="1600"/>
              <a:buChar char="●"/>
            </a:pPr>
            <a:r>
              <a:rPr lang="en-US" sz="1600"/>
              <a:t>2023: Flights from coast to coast were grounded and unable to depart due to a software malfunction (FAA outage)</a:t>
            </a:r>
            <a:endParaRPr/>
          </a:p>
          <a:p>
            <a:pPr indent="-182880" lvl="1" marL="182880" rtl="0" algn="l">
              <a:lnSpc>
                <a:spcPct val="90000"/>
              </a:lnSpc>
              <a:spcBef>
                <a:spcPts val="1400"/>
              </a:spcBef>
              <a:spcAft>
                <a:spcPts val="0"/>
              </a:spcAft>
              <a:buSzPts val="1600"/>
              <a:buChar char="●"/>
            </a:pPr>
            <a:r>
              <a:rPr lang="en-US" sz="1600"/>
              <a:t>2023: Military helicopter crash caused by failure to apply a software patch</a:t>
            </a:r>
            <a:endParaRPr/>
          </a:p>
          <a:p>
            <a:pPr indent="-182880" lvl="1" marL="182880" rtl="0" algn="l">
              <a:lnSpc>
                <a:spcPct val="90000"/>
              </a:lnSpc>
              <a:spcBef>
                <a:spcPts val="1400"/>
              </a:spcBef>
              <a:spcAft>
                <a:spcPts val="0"/>
              </a:spcAft>
              <a:buSzPts val="1600"/>
              <a:buChar char="●"/>
            </a:pPr>
            <a:r>
              <a:rPr lang="en-US" sz="1600"/>
              <a:t>2022: Tesla recalled nearly 12K vehicles due to battery controller failures</a:t>
            </a:r>
            <a:endParaRPr sz="1600"/>
          </a:p>
          <a:p>
            <a:pPr indent="-182880" lvl="1" marL="182880" rtl="0" algn="l">
              <a:lnSpc>
                <a:spcPct val="90000"/>
              </a:lnSpc>
              <a:spcBef>
                <a:spcPts val="1400"/>
              </a:spcBef>
              <a:spcAft>
                <a:spcPts val="0"/>
              </a:spcAft>
              <a:buSzPts val="1600"/>
              <a:buChar char="●"/>
            </a:pPr>
            <a:r>
              <a:rPr lang="en-US" sz="1600"/>
              <a:t>2022: Millions of web server vulnerability due to a defect in the Log4j software</a:t>
            </a:r>
            <a:endParaRPr/>
          </a:p>
          <a:p>
            <a:pPr indent="-182880" lvl="1" marL="182880" rtl="0" algn="l">
              <a:lnSpc>
                <a:spcPct val="90000"/>
              </a:lnSpc>
              <a:spcBef>
                <a:spcPts val="1400"/>
              </a:spcBef>
              <a:spcAft>
                <a:spcPts val="0"/>
              </a:spcAft>
              <a:buSzPts val="1600"/>
              <a:buChar char="●"/>
            </a:pPr>
            <a:r>
              <a:rPr lang="en-US" sz="1600"/>
              <a:t>2021: Log4j did not sanitize its input, allowing malicious attackers to execute code remotely on any targeted computer</a:t>
            </a:r>
            <a:endParaRPr/>
          </a:p>
          <a:p>
            <a:pPr indent="-182880" lvl="1" marL="182880" rtl="0" algn="l">
              <a:lnSpc>
                <a:spcPct val="90000"/>
              </a:lnSpc>
              <a:spcBef>
                <a:spcPts val="1400"/>
              </a:spcBef>
              <a:spcAft>
                <a:spcPts val="0"/>
              </a:spcAft>
              <a:buSzPts val="1600"/>
              <a:buChar char="●"/>
            </a:pPr>
            <a:r>
              <a:rPr lang="en-US" sz="1600"/>
              <a:t>2020: More than 100 flights to and from London’s Heathrow airport disruption due to issues with departure boards and check-in systems</a:t>
            </a:r>
            <a:endParaRPr/>
          </a:p>
          <a:p>
            <a:pPr indent="-182880" lvl="1" marL="182880" rtl="0" algn="l">
              <a:lnSpc>
                <a:spcPct val="90000"/>
              </a:lnSpc>
              <a:spcBef>
                <a:spcPts val="1400"/>
              </a:spcBef>
              <a:spcAft>
                <a:spcPts val="0"/>
              </a:spcAft>
              <a:buSzPts val="1600"/>
              <a:buChar char="●"/>
            </a:pPr>
            <a:r>
              <a:rPr lang="en-US" sz="1600"/>
              <a:t>2020: A number of Hyundai and Kia recalls due to software park system malfunction</a:t>
            </a:r>
            <a:endParaRPr/>
          </a:p>
          <a:p>
            <a:pPr indent="-182880" lvl="1" marL="182880" rtl="0" algn="l">
              <a:lnSpc>
                <a:spcPct val="90000"/>
              </a:lnSpc>
              <a:spcBef>
                <a:spcPts val="1400"/>
              </a:spcBef>
              <a:spcAft>
                <a:spcPts val="0"/>
              </a:spcAft>
              <a:buSzPts val="1600"/>
              <a:buChar char="●"/>
            </a:pPr>
            <a:r>
              <a:rPr lang="en-US" sz="1600"/>
              <a:t>2020: Microsoft Azure experienced a six-hour outage due to issues with the building automation control system that caused a cooling system failure</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0" name="Shape 430"/>
        <p:cNvGrpSpPr/>
        <p:nvPr/>
      </p:nvGrpSpPr>
      <p:grpSpPr>
        <a:xfrm>
          <a:off x="0" y="0"/>
          <a:ext cx="0" cy="0"/>
          <a:chOff x="0" y="0"/>
          <a:chExt cx="0" cy="0"/>
        </a:xfrm>
      </p:grpSpPr>
      <p:sp>
        <p:nvSpPr>
          <p:cNvPr id="431" name="Google Shape;431;p5"/>
          <p:cNvSpPr txBox="1"/>
          <p:nvPr>
            <p:ph type="title"/>
          </p:nvPr>
        </p:nvSpPr>
        <p:spPr>
          <a:xfrm>
            <a:off x="0" y="0"/>
            <a:ext cx="9144000" cy="914400"/>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Clr>
                <a:srgbClr val="FFFF00"/>
              </a:buClr>
              <a:buSzPts val="3600"/>
              <a:buFont typeface="Verdana"/>
              <a:buNone/>
            </a:pPr>
            <a:r>
              <a:rPr b="0" lang="en-US" sz="3600"/>
              <a:t>(some) </a:t>
            </a:r>
            <a:r>
              <a:rPr lang="en-US"/>
              <a:t>Software Failures </a:t>
            </a:r>
            <a:r>
              <a:rPr b="0" lang="en-US" sz="3600"/>
              <a:t>(cont.)</a:t>
            </a:r>
            <a:endParaRPr/>
          </a:p>
        </p:txBody>
      </p:sp>
      <p:sp>
        <p:nvSpPr>
          <p:cNvPr id="432" name="Google Shape;432;p5"/>
          <p:cNvSpPr txBox="1"/>
          <p:nvPr>
            <p:ph idx="1" type="body"/>
          </p:nvPr>
        </p:nvSpPr>
        <p:spPr>
          <a:xfrm>
            <a:off x="152400" y="1005840"/>
            <a:ext cx="8915400" cy="5650992"/>
          </a:xfrm>
          <a:prstGeom prst="rect">
            <a:avLst/>
          </a:prstGeom>
          <a:noFill/>
          <a:ln>
            <a:noFill/>
          </a:ln>
        </p:spPr>
        <p:txBody>
          <a:bodyPr anchorCtr="0" anchor="t" bIns="45700" lIns="91425" spcFirstLastPara="1" rIns="91425" wrap="square" tIns="45700">
            <a:noAutofit/>
          </a:bodyPr>
          <a:lstStyle/>
          <a:p>
            <a:pPr indent="-182880" lvl="1" marL="182880" rtl="0" algn="l">
              <a:lnSpc>
                <a:spcPct val="90000"/>
              </a:lnSpc>
              <a:spcBef>
                <a:spcPts val="0"/>
              </a:spcBef>
              <a:spcAft>
                <a:spcPts val="0"/>
              </a:spcAft>
              <a:buSzPts val="1600"/>
              <a:buChar char="●"/>
            </a:pPr>
            <a:r>
              <a:rPr lang="en-US" sz="1600"/>
              <a:t>2020: Google Cloud service disruptions affecting Gmail, Google Classroom, Nest, YouTube due to storage issues with Google’s authentication system and email configuration update </a:t>
            </a:r>
            <a:endParaRPr/>
          </a:p>
          <a:p>
            <a:pPr indent="-182880" lvl="1" marL="182880" rtl="0" algn="l">
              <a:lnSpc>
                <a:spcPct val="90000"/>
              </a:lnSpc>
              <a:spcBef>
                <a:spcPts val="1400"/>
              </a:spcBef>
              <a:spcAft>
                <a:spcPts val="0"/>
              </a:spcAft>
              <a:buSzPts val="1600"/>
              <a:buChar char="●"/>
            </a:pPr>
            <a:r>
              <a:rPr lang="en-US" sz="1600"/>
              <a:t>2020: AWS suffered over 6 hours due to an operating system configuration issue</a:t>
            </a:r>
            <a:endParaRPr/>
          </a:p>
          <a:p>
            <a:pPr indent="-182880" lvl="1" marL="182880" rtl="0" algn="l">
              <a:lnSpc>
                <a:spcPct val="90000"/>
              </a:lnSpc>
              <a:spcBef>
                <a:spcPts val="1600"/>
              </a:spcBef>
              <a:spcAft>
                <a:spcPts val="0"/>
              </a:spcAft>
              <a:buSzPts val="1600"/>
              <a:buChar char="●"/>
            </a:pPr>
            <a:r>
              <a:rPr lang="en-US" sz="1600"/>
              <a:t>2019: Facebook, Instagram, WhatsApp 14 hours downtime due to Facebook News Feed issue in routine maintenance</a:t>
            </a:r>
            <a:endParaRPr/>
          </a:p>
          <a:p>
            <a:pPr indent="-182880" lvl="1" marL="182880" rtl="0" algn="l">
              <a:lnSpc>
                <a:spcPct val="90000"/>
              </a:lnSpc>
              <a:spcBef>
                <a:spcPts val="1400"/>
              </a:spcBef>
              <a:spcAft>
                <a:spcPts val="0"/>
              </a:spcAft>
              <a:buSzPts val="1600"/>
              <a:buChar char="●"/>
            </a:pPr>
            <a:r>
              <a:rPr lang="en-US" sz="1600"/>
              <a:t>2019: Boeing 737 Max crashed due to aggressive software flight overrides</a:t>
            </a:r>
            <a:endParaRPr/>
          </a:p>
          <a:p>
            <a:pPr indent="-182880" lvl="1" marL="182880" rtl="0" algn="l">
              <a:lnSpc>
                <a:spcPct val="90000"/>
              </a:lnSpc>
              <a:spcBef>
                <a:spcPts val="1400"/>
              </a:spcBef>
              <a:spcAft>
                <a:spcPts val="0"/>
              </a:spcAft>
              <a:buSzPts val="1600"/>
              <a:buChar char="●"/>
            </a:pPr>
            <a:r>
              <a:rPr lang="en-US" sz="1600"/>
              <a:t>2018: Hawaii Emergency Management Agency sent out a false missile alert due to no visible alterations between live alert and testing environments  </a:t>
            </a:r>
            <a:endParaRPr/>
          </a:p>
          <a:p>
            <a:pPr indent="-182880" lvl="1" marL="182880" rtl="0" algn="l">
              <a:lnSpc>
                <a:spcPct val="90000"/>
              </a:lnSpc>
              <a:spcBef>
                <a:spcPts val="1400"/>
              </a:spcBef>
              <a:spcAft>
                <a:spcPts val="0"/>
              </a:spcAft>
              <a:buSzPts val="1600"/>
              <a:buChar char="●"/>
            </a:pPr>
            <a:r>
              <a:rPr lang="en-US" sz="1600"/>
              <a:t>2018: Pedestrian in Arizona was killed by an Uber car due to its self-driving software failure </a:t>
            </a:r>
            <a:endParaRPr/>
          </a:p>
          <a:p>
            <a:pPr indent="-182880" lvl="1" marL="182880" rtl="0" algn="l">
              <a:lnSpc>
                <a:spcPct val="90000"/>
              </a:lnSpc>
              <a:spcBef>
                <a:spcPts val="1400"/>
              </a:spcBef>
              <a:spcAft>
                <a:spcPts val="0"/>
              </a:spcAft>
              <a:buSzPts val="1600"/>
              <a:buChar char="●"/>
            </a:pPr>
            <a:r>
              <a:rPr lang="en-US" sz="1600"/>
              <a:t>2018: Google shut down Google+ due to the undetected fault that was present for more than two years, causing nearly 500,000 users’ data to be compromised</a:t>
            </a:r>
            <a:endParaRPr/>
          </a:p>
          <a:p>
            <a:pPr indent="-182880" lvl="1" marL="182880" rtl="0" algn="l">
              <a:lnSpc>
                <a:spcPct val="90000"/>
              </a:lnSpc>
              <a:spcBef>
                <a:spcPts val="1400"/>
              </a:spcBef>
              <a:spcAft>
                <a:spcPts val="0"/>
              </a:spcAft>
              <a:buSzPts val="1600"/>
              <a:buChar char="●"/>
            </a:pPr>
            <a:r>
              <a:rPr lang="en-US" sz="1600"/>
              <a:t>2018: TSB system upgrade causes months of online banking disruption</a:t>
            </a:r>
            <a:endParaRPr/>
          </a:p>
          <a:p>
            <a:pPr indent="-182880" lvl="1" marL="182880" rtl="0" algn="l">
              <a:lnSpc>
                <a:spcPct val="90000"/>
              </a:lnSpc>
              <a:spcBef>
                <a:spcPts val="1400"/>
              </a:spcBef>
              <a:spcAft>
                <a:spcPts val="0"/>
              </a:spcAft>
              <a:buSzPts val="1600"/>
              <a:buChar char="●"/>
            </a:pPr>
            <a:r>
              <a:rPr lang="en-US" sz="1600"/>
              <a:t>2017: Cloudflare’s major software fault led to customer sensitive data leakage</a:t>
            </a:r>
            <a:endParaRPr/>
          </a:p>
          <a:p>
            <a:pPr indent="-182880" lvl="1" marL="182880" rtl="0" algn="l">
              <a:lnSpc>
                <a:spcPct val="90000"/>
              </a:lnSpc>
              <a:spcBef>
                <a:spcPts val="1400"/>
              </a:spcBef>
              <a:spcAft>
                <a:spcPts val="0"/>
              </a:spcAft>
              <a:buSzPts val="1600"/>
              <a:buChar char="●"/>
            </a:pPr>
            <a:r>
              <a:rPr lang="en-US" sz="1600"/>
              <a:t>2017: 606 recorded software failures, impacting 3.7 billion people, 314 companies, $1.7 trillion in financial losses</a:t>
            </a:r>
            <a:endParaRPr/>
          </a:p>
          <a:p>
            <a:pPr indent="-81280" lvl="1" marL="182880" rtl="0" algn="l">
              <a:lnSpc>
                <a:spcPct val="90000"/>
              </a:lnSpc>
              <a:spcBef>
                <a:spcPts val="1400"/>
              </a:spcBef>
              <a:spcAft>
                <a:spcPts val="0"/>
              </a:spcAft>
              <a:buSzPts val="1600"/>
              <a:buNone/>
            </a:pPr>
            <a:r>
              <a:t/>
            </a:r>
            <a:endParaRPr sz="1600"/>
          </a:p>
          <a:p>
            <a:pPr indent="-81280" lvl="1" marL="182880" rtl="0" algn="l">
              <a:lnSpc>
                <a:spcPct val="90000"/>
              </a:lnSpc>
              <a:spcBef>
                <a:spcPts val="1600"/>
              </a:spcBef>
              <a:spcAft>
                <a:spcPts val="0"/>
              </a:spcAft>
              <a:buSzPts val="1600"/>
              <a:buNone/>
            </a:pPr>
            <a:r>
              <a:t/>
            </a:r>
            <a:endParaRPr sz="16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7" name="Shape 437"/>
        <p:cNvGrpSpPr/>
        <p:nvPr/>
      </p:nvGrpSpPr>
      <p:grpSpPr>
        <a:xfrm>
          <a:off x="0" y="0"/>
          <a:ext cx="0" cy="0"/>
          <a:chOff x="0" y="0"/>
          <a:chExt cx="0" cy="0"/>
        </a:xfrm>
      </p:grpSpPr>
      <p:sp>
        <p:nvSpPr>
          <p:cNvPr id="438" name="Google Shape;438;p6"/>
          <p:cNvSpPr txBox="1"/>
          <p:nvPr>
            <p:ph type="title"/>
          </p:nvPr>
        </p:nvSpPr>
        <p:spPr>
          <a:xfrm>
            <a:off x="0" y="0"/>
            <a:ext cx="9144000" cy="914400"/>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Clr>
                <a:srgbClr val="FFFF00"/>
              </a:buClr>
              <a:buSzPts val="3600"/>
              <a:buFont typeface="Verdana"/>
              <a:buNone/>
            </a:pPr>
            <a:r>
              <a:rPr b="0" lang="en-US" sz="3600"/>
              <a:t>(some) </a:t>
            </a:r>
            <a:r>
              <a:rPr lang="en-US"/>
              <a:t>Software Failures</a:t>
            </a:r>
            <a:r>
              <a:rPr lang="en-US" sz="3600"/>
              <a:t> </a:t>
            </a:r>
            <a:r>
              <a:rPr b="0" lang="en-US" sz="3600"/>
              <a:t>(cont.)</a:t>
            </a:r>
            <a:endParaRPr/>
          </a:p>
        </p:txBody>
      </p:sp>
      <p:sp>
        <p:nvSpPr>
          <p:cNvPr id="439" name="Google Shape;439;p6"/>
          <p:cNvSpPr txBox="1"/>
          <p:nvPr>
            <p:ph idx="1" type="body"/>
          </p:nvPr>
        </p:nvSpPr>
        <p:spPr>
          <a:xfrm>
            <a:off x="152400" y="1005840"/>
            <a:ext cx="8915400" cy="5650992"/>
          </a:xfrm>
          <a:prstGeom prst="rect">
            <a:avLst/>
          </a:prstGeom>
          <a:noFill/>
          <a:ln>
            <a:noFill/>
          </a:ln>
        </p:spPr>
        <p:txBody>
          <a:bodyPr anchorCtr="0" anchor="t" bIns="45700" lIns="91425" spcFirstLastPara="1" rIns="91425" wrap="square" tIns="45700">
            <a:noAutofit/>
          </a:bodyPr>
          <a:lstStyle/>
          <a:p>
            <a:pPr indent="-182880" lvl="1" marL="182880" rtl="0" algn="l">
              <a:lnSpc>
                <a:spcPct val="90000"/>
              </a:lnSpc>
              <a:spcBef>
                <a:spcPts val="0"/>
              </a:spcBef>
              <a:spcAft>
                <a:spcPts val="0"/>
              </a:spcAft>
              <a:buSzPts val="1600"/>
              <a:buChar char="●"/>
            </a:pPr>
            <a:r>
              <a:rPr lang="en-US" sz="1600"/>
              <a:t>2016: Nissan recalled 4 millions cars from the market due to software failure in the airbag sensory detectors</a:t>
            </a:r>
            <a:endParaRPr/>
          </a:p>
          <a:p>
            <a:pPr indent="-182880" lvl="1" marL="182880" rtl="0" algn="l">
              <a:lnSpc>
                <a:spcPct val="90000"/>
              </a:lnSpc>
              <a:spcBef>
                <a:spcPts val="1400"/>
              </a:spcBef>
              <a:spcAft>
                <a:spcPts val="0"/>
              </a:spcAft>
              <a:buSzPts val="1600"/>
              <a:buChar char="●"/>
            </a:pPr>
            <a:r>
              <a:rPr lang="en-US" sz="1600"/>
              <a:t>2016: Info lost due to the browser back button while using TurboTax software</a:t>
            </a:r>
            <a:endParaRPr/>
          </a:p>
          <a:p>
            <a:pPr indent="-182880" lvl="1" marL="182880" rtl="0" algn="l">
              <a:lnSpc>
                <a:spcPct val="90000"/>
              </a:lnSpc>
              <a:spcBef>
                <a:spcPts val="1400"/>
              </a:spcBef>
              <a:spcAft>
                <a:spcPts val="0"/>
              </a:spcAft>
              <a:buSzPts val="1600"/>
              <a:buChar char="●"/>
            </a:pPr>
            <a:r>
              <a:rPr lang="en-US" sz="1600"/>
              <a:t>2015: Bloomberg’s trading terminal failures forced the British government to postpone $4.4 billion debt sale </a:t>
            </a:r>
            <a:endParaRPr/>
          </a:p>
          <a:p>
            <a:pPr indent="-182880" lvl="1" marL="182880" rtl="0" algn="l">
              <a:lnSpc>
                <a:spcPct val="90000"/>
              </a:lnSpc>
              <a:spcBef>
                <a:spcPts val="1400"/>
              </a:spcBef>
              <a:spcAft>
                <a:spcPts val="0"/>
              </a:spcAft>
              <a:buSzPts val="1600"/>
              <a:buChar char="●"/>
            </a:pPr>
            <a:r>
              <a:rPr lang="en-US" sz="1600"/>
              <a:t>2014: Dropbox’s outage was due to a fault in a maintenance script</a:t>
            </a:r>
            <a:endParaRPr/>
          </a:p>
          <a:p>
            <a:pPr indent="-182880" lvl="1" marL="182880" rtl="0" algn="l">
              <a:lnSpc>
                <a:spcPct val="90000"/>
              </a:lnSpc>
              <a:spcBef>
                <a:spcPts val="1400"/>
              </a:spcBef>
              <a:spcAft>
                <a:spcPts val="0"/>
              </a:spcAft>
              <a:buSzPts val="1600"/>
              <a:buChar char="●"/>
            </a:pPr>
            <a:r>
              <a:rPr lang="en-US" sz="1600"/>
              <a:t>2012: Faults in a new Knight Capital’s trading software causes $440 millions</a:t>
            </a:r>
            <a:endParaRPr/>
          </a:p>
          <a:p>
            <a:pPr indent="-182880" lvl="1" marL="182880" rtl="0" algn="l">
              <a:lnSpc>
                <a:spcPct val="90000"/>
              </a:lnSpc>
              <a:spcBef>
                <a:spcPts val="1400"/>
              </a:spcBef>
              <a:spcAft>
                <a:spcPts val="0"/>
              </a:spcAft>
              <a:buSzPts val="1600"/>
              <a:buChar char="●"/>
            </a:pPr>
            <a:r>
              <a:rPr lang="en-US" sz="1600"/>
              <a:t>2007: Symantec concluded that most security vulnerabilities are due to faulty software </a:t>
            </a:r>
            <a:endParaRPr/>
          </a:p>
          <a:p>
            <a:pPr indent="-182880" lvl="1" marL="182880" rtl="0" algn="l">
              <a:lnSpc>
                <a:spcPct val="90000"/>
              </a:lnSpc>
              <a:spcBef>
                <a:spcPts val="1400"/>
              </a:spcBef>
              <a:spcAft>
                <a:spcPts val="0"/>
              </a:spcAft>
              <a:buSzPts val="1600"/>
              <a:buChar char="●"/>
            </a:pPr>
            <a:r>
              <a:rPr lang="en-US" sz="1600"/>
              <a:t>2003: Northeast blackout due to the alarm system in the energy management system failure, affecting 40 million people in 8 US states, 10 million people in Ontario, Canada</a:t>
            </a:r>
            <a:endParaRPr/>
          </a:p>
          <a:p>
            <a:pPr indent="-182880" lvl="1" marL="182880" rtl="0" algn="l">
              <a:lnSpc>
                <a:spcPct val="90000"/>
              </a:lnSpc>
              <a:spcBef>
                <a:spcPts val="1400"/>
              </a:spcBef>
              <a:spcAft>
                <a:spcPts val="0"/>
              </a:spcAft>
              <a:buSzPts val="1600"/>
              <a:buChar char="●"/>
            </a:pPr>
            <a:r>
              <a:rPr lang="en-US" sz="1600"/>
              <a:t>1999: NASA’s Mars lander crashed due to a unit integration fault</a:t>
            </a:r>
            <a:endParaRPr/>
          </a:p>
          <a:p>
            <a:pPr indent="-182880" lvl="1" marL="182880" rtl="0" algn="l">
              <a:lnSpc>
                <a:spcPct val="90000"/>
              </a:lnSpc>
              <a:spcBef>
                <a:spcPts val="1400"/>
              </a:spcBef>
              <a:spcAft>
                <a:spcPts val="0"/>
              </a:spcAft>
              <a:buSzPts val="1600"/>
              <a:buChar char="●"/>
            </a:pPr>
            <a:r>
              <a:rPr lang="en-US" sz="1600"/>
              <a:t>1997: Ariane 5 explosion: Exception-handling bug forced self-destruct on maiden flight (64-bit to 16-bit conversion), causing $370 millions</a:t>
            </a:r>
            <a:endParaRPr/>
          </a:p>
          <a:p>
            <a:pPr indent="-182880" lvl="1" marL="182880" rtl="0" algn="l">
              <a:lnSpc>
                <a:spcPct val="90000"/>
              </a:lnSpc>
              <a:spcBef>
                <a:spcPts val="1400"/>
              </a:spcBef>
              <a:spcAft>
                <a:spcPts val="0"/>
              </a:spcAft>
              <a:buSzPts val="1600"/>
              <a:buChar char="●"/>
            </a:pPr>
            <a:r>
              <a:rPr lang="en-US" sz="1600"/>
              <a:t>1986: 3 patients were killed by Therac-25 radiation machine due to poor testing of its safety-critical software</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4" name="Shape 444"/>
        <p:cNvGrpSpPr/>
        <p:nvPr/>
      </p:nvGrpSpPr>
      <p:grpSpPr>
        <a:xfrm>
          <a:off x="0" y="0"/>
          <a:ext cx="0" cy="0"/>
          <a:chOff x="0" y="0"/>
          <a:chExt cx="0" cy="0"/>
        </a:xfrm>
      </p:grpSpPr>
      <p:sp>
        <p:nvSpPr>
          <p:cNvPr id="445" name="Google Shape;445;p7"/>
          <p:cNvSpPr txBox="1"/>
          <p:nvPr>
            <p:ph type="title"/>
          </p:nvPr>
        </p:nvSpPr>
        <p:spPr>
          <a:xfrm>
            <a:off x="0" y="0"/>
            <a:ext cx="9144000" cy="914400"/>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Clr>
                <a:srgbClr val="FFFF00"/>
              </a:buClr>
              <a:buSzPts val="4000"/>
              <a:buFont typeface="Verdana"/>
              <a:buNone/>
            </a:pPr>
            <a:r>
              <a:rPr lang="en-US"/>
              <a:t>Cost of Late Testing</a:t>
            </a:r>
            <a:endParaRPr/>
          </a:p>
        </p:txBody>
      </p:sp>
      <p:pic>
        <p:nvPicPr>
          <p:cNvPr descr="A graph showing a bar graph&#10;&#10;Description automatically generated with medium confidence" id="446" name="Google Shape;446;p7"/>
          <p:cNvPicPr preferRelativeResize="0"/>
          <p:nvPr/>
        </p:nvPicPr>
        <p:blipFill rotWithShape="1">
          <a:blip r:embed="rId3">
            <a:alphaModFix/>
          </a:blip>
          <a:srcRect b="0" l="0" r="0" t="0"/>
          <a:stretch/>
        </p:blipFill>
        <p:spPr>
          <a:xfrm>
            <a:off x="905256" y="1140377"/>
            <a:ext cx="7351775" cy="4171141"/>
          </a:xfrm>
          <a:prstGeom prst="rect">
            <a:avLst/>
          </a:prstGeom>
          <a:noFill/>
          <a:ln>
            <a:noFill/>
          </a:ln>
        </p:spPr>
      </p:pic>
      <p:sp>
        <p:nvSpPr>
          <p:cNvPr id="447" name="Google Shape;447;p7"/>
          <p:cNvSpPr/>
          <p:nvPr/>
        </p:nvSpPr>
        <p:spPr>
          <a:xfrm>
            <a:off x="0" y="6019800"/>
            <a:ext cx="9144000" cy="444737"/>
          </a:xfrm>
          <a:prstGeom prst="rect">
            <a:avLst/>
          </a:prstGeom>
          <a:noFill/>
          <a:ln>
            <a:noFill/>
          </a:ln>
        </p:spPr>
        <p:txBody>
          <a:bodyPr anchorCtr="0" anchor="t" bIns="45700" lIns="91425" spcFirstLastPara="1" rIns="91425" wrap="square" tIns="45700">
            <a:spAutoFit/>
          </a:bodyPr>
          <a:lstStyle/>
          <a:p>
            <a:pPr indent="0" lvl="0" marL="0" marR="0" rtl="0" algn="r">
              <a:lnSpc>
                <a:spcPct val="85000"/>
              </a:lnSpc>
              <a:spcBef>
                <a:spcPts val="0"/>
              </a:spcBef>
              <a:spcAft>
                <a:spcPts val="0"/>
              </a:spcAft>
              <a:buNone/>
            </a:pPr>
            <a:r>
              <a:rPr b="0" i="0" lang="en-US" sz="1200" u="none" cap="none" strike="noStrike">
                <a:solidFill>
                  <a:schemeClr val="lt1"/>
                </a:solidFill>
                <a:latin typeface="Verdana"/>
                <a:ea typeface="Verdana"/>
                <a:cs typeface="Verdana"/>
                <a:sym typeface="Verdana"/>
              </a:rPr>
              <a:t>[Chart illustrated by https://www.diffblue.com/resources/cost-of-poor-test-coverage/</a:t>
            </a:r>
            <a:endParaRPr/>
          </a:p>
          <a:p>
            <a:pPr indent="0" lvl="0" marL="0" marR="0" rtl="0" algn="r">
              <a:lnSpc>
                <a:spcPct val="85000"/>
              </a:lnSpc>
              <a:spcBef>
                <a:spcPts val="300"/>
              </a:spcBef>
              <a:spcAft>
                <a:spcPts val="0"/>
              </a:spcAft>
              <a:buNone/>
            </a:pPr>
            <a:r>
              <a:rPr b="0" i="0" lang="en-US" sz="1200" u="none" cap="none" strike="noStrike">
                <a:solidFill>
                  <a:schemeClr val="lt1"/>
                </a:solidFill>
                <a:latin typeface="Verdana"/>
                <a:ea typeface="Verdana"/>
                <a:cs typeface="Verdana"/>
                <a:sym typeface="Verdana"/>
              </a:rPr>
              <a:t>With data from https://www.nist.gov/system/files/documents/director/planning/report02-3.pdf]</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1" name="Shape 451"/>
        <p:cNvGrpSpPr/>
        <p:nvPr/>
      </p:nvGrpSpPr>
      <p:grpSpPr>
        <a:xfrm>
          <a:off x="0" y="0"/>
          <a:ext cx="0" cy="0"/>
          <a:chOff x="0" y="0"/>
          <a:chExt cx="0" cy="0"/>
        </a:xfrm>
      </p:grpSpPr>
      <p:sp>
        <p:nvSpPr>
          <p:cNvPr id="452" name="Google Shape;452;p8"/>
          <p:cNvSpPr txBox="1"/>
          <p:nvPr>
            <p:ph type="title"/>
          </p:nvPr>
        </p:nvSpPr>
        <p:spPr>
          <a:xfrm>
            <a:off x="0" y="0"/>
            <a:ext cx="9144000" cy="914400"/>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Clr>
                <a:srgbClr val="FFFF00"/>
              </a:buClr>
              <a:buSzPts val="4000"/>
              <a:buFont typeface="Verdana"/>
              <a:buNone/>
            </a:pPr>
            <a:r>
              <a:rPr lang="en-US"/>
              <a:t>Why Do We Test?</a:t>
            </a:r>
            <a:endParaRPr/>
          </a:p>
        </p:txBody>
      </p:sp>
      <p:sp>
        <p:nvSpPr>
          <p:cNvPr id="453" name="Google Shape;453;p8"/>
          <p:cNvSpPr txBox="1"/>
          <p:nvPr>
            <p:ph idx="1" type="body"/>
          </p:nvPr>
        </p:nvSpPr>
        <p:spPr>
          <a:xfrm>
            <a:off x="381000" y="990601"/>
            <a:ext cx="8382000" cy="2971799"/>
          </a:xfrm>
          <a:prstGeom prst="rect">
            <a:avLst/>
          </a:prstGeom>
          <a:noFill/>
          <a:ln>
            <a:noFill/>
          </a:ln>
        </p:spPr>
        <p:txBody>
          <a:bodyPr anchorCtr="0" anchor="t" bIns="45700" lIns="91425" spcFirstLastPara="1" rIns="91425" wrap="square" tIns="45700">
            <a:noAutofit/>
          </a:bodyPr>
          <a:lstStyle/>
          <a:p>
            <a:pPr indent="-182880" lvl="0" marL="182880" rtl="0" algn="l">
              <a:lnSpc>
                <a:spcPct val="95000"/>
              </a:lnSpc>
              <a:spcBef>
                <a:spcPts val="0"/>
              </a:spcBef>
              <a:spcAft>
                <a:spcPts val="0"/>
              </a:spcAft>
              <a:buSzPts val="1600"/>
              <a:buChar char="•"/>
            </a:pPr>
            <a:r>
              <a:rPr lang="en-US" sz="2000"/>
              <a:t>Guard software from regression</a:t>
            </a:r>
            <a:endParaRPr/>
          </a:p>
          <a:p>
            <a:pPr indent="-182880" lvl="0" marL="182880" rtl="0" algn="l">
              <a:lnSpc>
                <a:spcPct val="95000"/>
              </a:lnSpc>
              <a:spcBef>
                <a:spcPts val="1400"/>
              </a:spcBef>
              <a:spcAft>
                <a:spcPts val="0"/>
              </a:spcAft>
              <a:buSzPts val="1600"/>
              <a:buChar char="•"/>
            </a:pPr>
            <a:r>
              <a:rPr lang="en-US" sz="2000"/>
              <a:t>Improve the code quality </a:t>
            </a:r>
            <a:endParaRPr/>
          </a:p>
          <a:p>
            <a:pPr indent="-182880" lvl="0" marL="182880" rtl="0" algn="l">
              <a:lnSpc>
                <a:spcPct val="95000"/>
              </a:lnSpc>
              <a:spcBef>
                <a:spcPts val="1400"/>
              </a:spcBef>
              <a:spcAft>
                <a:spcPts val="0"/>
              </a:spcAft>
              <a:buSzPts val="1600"/>
              <a:buChar char="•"/>
            </a:pPr>
            <a:r>
              <a:rPr lang="en-US" sz="2000"/>
              <a:t>Reduce uncertainty</a:t>
            </a:r>
            <a:endParaRPr/>
          </a:p>
          <a:p>
            <a:pPr indent="-182880" lvl="0" marL="182880" rtl="0" algn="l">
              <a:lnSpc>
                <a:spcPct val="95000"/>
              </a:lnSpc>
              <a:spcBef>
                <a:spcPts val="1400"/>
              </a:spcBef>
              <a:spcAft>
                <a:spcPts val="0"/>
              </a:spcAft>
              <a:buSzPts val="1600"/>
              <a:buChar char="•"/>
            </a:pPr>
            <a:r>
              <a:rPr lang="en-US" sz="2000"/>
              <a:t>Increase the development pace</a:t>
            </a:r>
            <a:endParaRPr/>
          </a:p>
          <a:p>
            <a:pPr indent="-182880" lvl="0" marL="182880" rtl="0" algn="l">
              <a:lnSpc>
                <a:spcPct val="95000"/>
              </a:lnSpc>
              <a:spcBef>
                <a:spcPts val="1400"/>
              </a:spcBef>
              <a:spcAft>
                <a:spcPts val="0"/>
              </a:spcAft>
              <a:buSzPts val="1600"/>
              <a:buChar char="•"/>
            </a:pPr>
            <a:r>
              <a:rPr lang="en-US" sz="2000"/>
              <a:t>Enhance the specification density </a:t>
            </a:r>
            <a:endParaRPr/>
          </a:p>
          <a:p>
            <a:pPr indent="-182880" lvl="0" marL="182880" rtl="0" algn="l">
              <a:lnSpc>
                <a:spcPct val="95000"/>
              </a:lnSpc>
              <a:spcBef>
                <a:spcPts val="1400"/>
              </a:spcBef>
              <a:spcAft>
                <a:spcPts val="0"/>
              </a:spcAft>
              <a:buSzPts val="1600"/>
              <a:buChar char="•"/>
            </a:pPr>
            <a:r>
              <a:rPr lang="en-US" sz="2000"/>
              <a:t>Boost confidence and courage</a:t>
            </a:r>
            <a:endParaRPr/>
          </a:p>
          <a:p>
            <a:pPr indent="-81280" lvl="0" marL="182880" rtl="0" algn="l">
              <a:lnSpc>
                <a:spcPct val="95000"/>
              </a:lnSpc>
              <a:spcBef>
                <a:spcPts val="1400"/>
              </a:spcBef>
              <a:spcAft>
                <a:spcPts val="0"/>
              </a:spcAft>
              <a:buSzPts val="1600"/>
              <a:buNone/>
            </a:pPr>
            <a:r>
              <a:t/>
            </a:r>
            <a:endParaRPr sz="2000"/>
          </a:p>
          <a:p>
            <a:pPr indent="-81280" lvl="0" marL="182880" rtl="0" algn="l">
              <a:lnSpc>
                <a:spcPct val="95000"/>
              </a:lnSpc>
              <a:spcBef>
                <a:spcPts val="1400"/>
              </a:spcBef>
              <a:spcAft>
                <a:spcPts val="0"/>
              </a:spcAft>
              <a:buSzPts val="1600"/>
              <a:buNone/>
            </a:pPr>
            <a:r>
              <a:t/>
            </a:r>
            <a:endParaRPr sz="2000"/>
          </a:p>
        </p:txBody>
      </p:sp>
      <p:sp>
        <p:nvSpPr>
          <p:cNvPr id="454" name="Google Shape;454;p8"/>
          <p:cNvSpPr txBox="1"/>
          <p:nvPr/>
        </p:nvSpPr>
        <p:spPr>
          <a:xfrm>
            <a:off x="381000" y="4724400"/>
            <a:ext cx="8382000" cy="9906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760"/>
              <a:buFont typeface="Arial"/>
              <a:buNone/>
            </a:pPr>
            <a:r>
              <a:rPr b="0" i="0" lang="en-US" sz="2200" u="none" cap="none" strike="noStrike">
                <a:solidFill>
                  <a:srgbClr val="FFFF00"/>
                </a:solidFill>
                <a:latin typeface="Verdana"/>
                <a:ea typeface="Verdana"/>
                <a:cs typeface="Verdana"/>
                <a:sym typeface="Verdana"/>
              </a:rPr>
              <a:t>Increase confidence</a:t>
            </a:r>
            <a:r>
              <a:rPr b="0" i="0" lang="en-US" sz="2200" u="none" cap="none" strike="noStrike">
                <a:solidFill>
                  <a:srgbClr val="E5F2F6"/>
                </a:solidFill>
                <a:latin typeface="Verdana"/>
                <a:ea typeface="Verdana"/>
                <a:cs typeface="Verdana"/>
                <a:sym typeface="Verdana"/>
              </a:rPr>
              <a:t> </a:t>
            </a:r>
            <a:r>
              <a:rPr b="0" i="0" lang="en-US" sz="2200" u="none" cap="none" strike="noStrike">
                <a:solidFill>
                  <a:schemeClr val="lt1"/>
                </a:solidFill>
                <a:latin typeface="Verdana"/>
                <a:ea typeface="Verdana"/>
                <a:cs typeface="Verdana"/>
                <a:sym typeface="Verdana"/>
              </a:rPr>
              <a:t>for </a:t>
            </a:r>
            <a:r>
              <a:rPr b="0" i="0" lang="en-US" sz="2200" u="none" cap="none" strike="noStrike">
                <a:solidFill>
                  <a:srgbClr val="FFFF00"/>
                </a:solidFill>
                <a:latin typeface="Verdana"/>
                <a:ea typeface="Verdana"/>
                <a:cs typeface="Verdana"/>
                <a:sym typeface="Verdana"/>
              </a:rPr>
              <a:t>anyone</a:t>
            </a:r>
            <a:r>
              <a:rPr b="0" i="0" lang="en-US" sz="2200" u="none" cap="none" strike="noStrike">
                <a:solidFill>
                  <a:schemeClr val="lt1"/>
                </a:solidFill>
                <a:latin typeface="Verdana"/>
                <a:ea typeface="Verdana"/>
                <a:cs typeface="Verdana"/>
                <a:sym typeface="Verdana"/>
              </a:rPr>
              <a:t> who is affected </a:t>
            </a:r>
            <a:endParaRPr/>
          </a:p>
          <a:p>
            <a:pPr indent="0" lvl="0" marL="0" marR="0" rtl="0" algn="ctr">
              <a:lnSpc>
                <a:spcPct val="100000"/>
              </a:lnSpc>
              <a:spcBef>
                <a:spcPts val="0"/>
              </a:spcBef>
              <a:spcAft>
                <a:spcPts val="0"/>
              </a:spcAft>
              <a:buClr>
                <a:schemeClr val="lt1"/>
              </a:buClr>
              <a:buSzPts val="1760"/>
              <a:buFont typeface="Arial"/>
              <a:buNone/>
            </a:pPr>
            <a:r>
              <a:rPr b="0" i="0" lang="en-US" sz="2200" u="none" cap="none" strike="noStrike">
                <a:solidFill>
                  <a:schemeClr val="lt1"/>
                </a:solidFill>
                <a:latin typeface="Verdana"/>
                <a:ea typeface="Verdana"/>
                <a:cs typeface="Verdana"/>
                <a:sym typeface="Verdana"/>
              </a:rPr>
              <a:t>through some forms of </a:t>
            </a:r>
            <a:r>
              <a:rPr b="0" i="0" lang="en-US" sz="2200" u="none" cap="none" strike="noStrike">
                <a:solidFill>
                  <a:srgbClr val="FFFF00"/>
                </a:solidFill>
                <a:latin typeface="Verdana"/>
                <a:ea typeface="Verdana"/>
                <a:cs typeface="Verdana"/>
                <a:sym typeface="Verdana"/>
              </a:rPr>
              <a:t>evidence</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9" name="Shape 459"/>
        <p:cNvGrpSpPr/>
        <p:nvPr/>
      </p:nvGrpSpPr>
      <p:grpSpPr>
        <a:xfrm>
          <a:off x="0" y="0"/>
          <a:ext cx="0" cy="0"/>
          <a:chOff x="0" y="0"/>
          <a:chExt cx="0" cy="0"/>
        </a:xfrm>
      </p:grpSpPr>
      <p:sp>
        <p:nvSpPr>
          <p:cNvPr id="460" name="Google Shape;460;p9"/>
          <p:cNvSpPr txBox="1"/>
          <p:nvPr>
            <p:ph type="title"/>
          </p:nvPr>
        </p:nvSpPr>
        <p:spPr>
          <a:xfrm>
            <a:off x="0" y="0"/>
            <a:ext cx="9144000" cy="914400"/>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Clr>
                <a:srgbClr val="FFFF00"/>
              </a:buClr>
              <a:buSzPts val="4000"/>
              <a:buFont typeface="Verdana"/>
              <a:buNone/>
            </a:pPr>
            <a:r>
              <a:rPr lang="en-US"/>
              <a:t>History of Software Testing</a:t>
            </a:r>
            <a:endParaRPr/>
          </a:p>
        </p:txBody>
      </p:sp>
      <p:pic>
        <p:nvPicPr>
          <p:cNvPr id="461" name="Google Shape;461;p9"/>
          <p:cNvPicPr preferRelativeResize="0"/>
          <p:nvPr/>
        </p:nvPicPr>
        <p:blipFill rotWithShape="1">
          <a:blip r:embed="rId3">
            <a:alphaModFix/>
          </a:blip>
          <a:srcRect b="0" l="0" r="0" t="0"/>
          <a:stretch/>
        </p:blipFill>
        <p:spPr>
          <a:xfrm>
            <a:off x="609601" y="1295400"/>
            <a:ext cx="7955279" cy="3468004"/>
          </a:xfrm>
          <a:prstGeom prst="rect">
            <a:avLst/>
          </a:prstGeom>
          <a:noFill/>
          <a:ln>
            <a:noFill/>
          </a:ln>
        </p:spPr>
      </p:pic>
      <p:sp>
        <p:nvSpPr>
          <p:cNvPr id="462" name="Google Shape;462;p9"/>
          <p:cNvSpPr/>
          <p:nvPr/>
        </p:nvSpPr>
        <p:spPr>
          <a:xfrm>
            <a:off x="361950" y="6272784"/>
            <a:ext cx="8763000" cy="246221"/>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0" i="0" lang="en-US" sz="1000" u="none" cap="none" strike="noStrike">
                <a:solidFill>
                  <a:schemeClr val="lt1"/>
                </a:solidFill>
                <a:latin typeface="Verdana"/>
                <a:ea typeface="Verdana"/>
                <a:cs typeface="Verdana"/>
                <a:sym typeface="Verdana"/>
              </a:rPr>
              <a:t>[image: http://ashishqa.blogspot.com/2012/12/history-of-software-testing.html]</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7" name="Shape 467"/>
        <p:cNvGrpSpPr/>
        <p:nvPr/>
      </p:nvGrpSpPr>
      <p:grpSpPr>
        <a:xfrm>
          <a:off x="0" y="0"/>
          <a:ext cx="0" cy="0"/>
          <a:chOff x="0" y="0"/>
          <a:chExt cx="0" cy="0"/>
        </a:xfrm>
      </p:grpSpPr>
      <p:sp>
        <p:nvSpPr>
          <p:cNvPr id="468" name="Google Shape;468;p10"/>
          <p:cNvSpPr txBox="1"/>
          <p:nvPr>
            <p:ph type="title"/>
          </p:nvPr>
        </p:nvSpPr>
        <p:spPr>
          <a:xfrm>
            <a:off x="0" y="0"/>
            <a:ext cx="9144000" cy="914400"/>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Clr>
                <a:srgbClr val="FFFF00"/>
              </a:buClr>
              <a:buSzPts val="3800"/>
              <a:buFont typeface="Verdana"/>
              <a:buNone/>
            </a:pPr>
            <a:r>
              <a:rPr lang="en-US" sz="3800"/>
              <a:t>Software Testing – Who Cares?</a:t>
            </a:r>
            <a:endParaRPr/>
          </a:p>
        </p:txBody>
      </p:sp>
      <p:sp>
        <p:nvSpPr>
          <p:cNvPr id="469" name="Google Shape;469;p10"/>
          <p:cNvSpPr txBox="1"/>
          <p:nvPr/>
        </p:nvSpPr>
        <p:spPr>
          <a:xfrm>
            <a:off x="6400800" y="6345936"/>
            <a:ext cx="2739853" cy="24622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000" u="none" cap="none" strike="noStrike">
                <a:solidFill>
                  <a:schemeClr val="lt1"/>
                </a:solidFill>
                <a:latin typeface="Verdana"/>
                <a:ea typeface="Verdana"/>
                <a:cs typeface="Verdana"/>
                <a:sym typeface="Verdana"/>
              </a:rPr>
              <a:t>[Ref: emoji by Ekarin Apirakthanakorn]</a:t>
            </a:r>
            <a:endParaRPr/>
          </a:p>
        </p:txBody>
      </p:sp>
      <p:grpSp>
        <p:nvGrpSpPr>
          <p:cNvPr id="470" name="Google Shape;470;p10"/>
          <p:cNvGrpSpPr/>
          <p:nvPr/>
        </p:nvGrpSpPr>
        <p:grpSpPr>
          <a:xfrm>
            <a:off x="2169000" y="3350014"/>
            <a:ext cx="6750542" cy="3038567"/>
            <a:chOff x="2321400" y="3507901"/>
            <a:chExt cx="6750542" cy="3038567"/>
          </a:xfrm>
        </p:grpSpPr>
        <p:grpSp>
          <p:nvGrpSpPr>
            <p:cNvPr id="471" name="Google Shape;471;p10"/>
            <p:cNvGrpSpPr/>
            <p:nvPr/>
          </p:nvGrpSpPr>
          <p:grpSpPr>
            <a:xfrm>
              <a:off x="2321400" y="3507901"/>
              <a:ext cx="5018399" cy="2765954"/>
              <a:chOff x="-2117366" y="1572340"/>
              <a:chExt cx="6078719" cy="4276231"/>
            </a:xfrm>
          </p:grpSpPr>
          <p:sp>
            <p:nvSpPr>
              <p:cNvPr id="472" name="Google Shape;472;p10"/>
              <p:cNvSpPr/>
              <p:nvPr/>
            </p:nvSpPr>
            <p:spPr>
              <a:xfrm>
                <a:off x="-2117366" y="4088290"/>
                <a:ext cx="3039359" cy="1760281"/>
              </a:xfrm>
              <a:prstGeom prst="cloudCallout">
                <a:avLst>
                  <a:gd fmla="val 62476" name="adj1"/>
                  <a:gd fmla="val 16529" name="adj2"/>
                </a:avLst>
              </a:prstGeom>
              <a:solidFill>
                <a:srgbClr val="C2A2FF"/>
              </a:solidFill>
              <a:ln cap="flat" cmpd="sng" w="13950">
                <a:solidFill>
                  <a:srgbClr val="A5A5A5"/>
                </a:solidFill>
                <a:prstDash val="solid"/>
                <a:round/>
                <a:headEnd len="sm" w="sm" type="none"/>
                <a:tailEnd len="sm" w="sm" type="none"/>
              </a:ln>
            </p:spPr>
            <p:txBody>
              <a:bodyPr anchorCtr="0" anchor="ctr" bIns="45700" lIns="45700" spcFirstLastPara="1" rIns="45700" wrap="square" tIns="45700">
                <a:noAutofit/>
              </a:bodyPr>
              <a:lstStyle/>
              <a:p>
                <a:pPr indent="-3175" lvl="0" marL="17463" marR="0" rtl="0" algn="ctr">
                  <a:lnSpc>
                    <a:spcPct val="85000"/>
                  </a:lnSpc>
                  <a:spcBef>
                    <a:spcPts val="0"/>
                  </a:spcBef>
                  <a:spcAft>
                    <a:spcPts val="0"/>
                  </a:spcAft>
                  <a:buNone/>
                </a:pPr>
                <a:r>
                  <a:t/>
                </a:r>
                <a:endParaRPr b="0" sz="1400">
                  <a:solidFill>
                    <a:schemeClr val="dk2"/>
                  </a:solidFill>
                  <a:latin typeface="Comic Sans MS"/>
                  <a:ea typeface="Comic Sans MS"/>
                  <a:cs typeface="Comic Sans MS"/>
                  <a:sym typeface="Comic Sans MS"/>
                </a:endParaRPr>
              </a:p>
            </p:txBody>
          </p:sp>
          <p:sp>
            <p:nvSpPr>
              <p:cNvPr id="473" name="Google Shape;473;p10"/>
              <p:cNvSpPr txBox="1"/>
              <p:nvPr/>
            </p:nvSpPr>
            <p:spPr>
              <a:xfrm>
                <a:off x="-1855127" y="4312368"/>
                <a:ext cx="2506760" cy="1275224"/>
              </a:xfrm>
              <a:prstGeom prst="rect">
                <a:avLst/>
              </a:prstGeom>
              <a:noFill/>
              <a:ln>
                <a:noFill/>
              </a:ln>
            </p:spPr>
            <p:txBody>
              <a:bodyPr anchorCtr="0" anchor="t" bIns="45700" lIns="91425" spcFirstLastPara="1" rIns="91425" wrap="square" tIns="45700">
                <a:spAutoFit/>
              </a:bodyPr>
              <a:lstStyle/>
              <a:p>
                <a:pPr indent="0" lvl="0" marL="0" marR="0" rtl="0" algn="ctr">
                  <a:lnSpc>
                    <a:spcPct val="85000"/>
                  </a:lnSpc>
                  <a:spcBef>
                    <a:spcPts val="0"/>
                  </a:spcBef>
                  <a:spcAft>
                    <a:spcPts val="0"/>
                  </a:spcAft>
                  <a:buNone/>
                </a:pPr>
                <a:r>
                  <a:rPr b="0" lang="en-US" sz="1400">
                    <a:solidFill>
                      <a:schemeClr val="dk1"/>
                    </a:solidFill>
                    <a:latin typeface="Comic Sans MS"/>
                    <a:ea typeface="Comic Sans MS"/>
                    <a:cs typeface="Comic Sans MS"/>
                    <a:sym typeface="Comic Sans MS"/>
                  </a:rPr>
                  <a:t>My company has a dedicated team of testers, and it’s their job to ensure quality</a:t>
                </a:r>
                <a:endParaRPr/>
              </a:p>
            </p:txBody>
          </p:sp>
          <p:sp>
            <p:nvSpPr>
              <p:cNvPr id="474" name="Google Shape;474;p10"/>
              <p:cNvSpPr/>
              <p:nvPr/>
            </p:nvSpPr>
            <p:spPr>
              <a:xfrm>
                <a:off x="921993" y="1572340"/>
                <a:ext cx="3039360" cy="1760281"/>
              </a:xfrm>
              <a:prstGeom prst="cloudCallout">
                <a:avLst>
                  <a:gd fmla="val -11624" name="adj1"/>
                  <a:gd fmla="val 83455" name="adj2"/>
                </a:avLst>
              </a:prstGeom>
              <a:solidFill>
                <a:srgbClr val="FFD8FF"/>
              </a:solidFill>
              <a:ln cap="flat" cmpd="sng" w="13950">
                <a:solidFill>
                  <a:srgbClr val="A5A5A5"/>
                </a:solidFill>
                <a:prstDash val="solid"/>
                <a:round/>
                <a:headEnd len="sm" w="sm" type="none"/>
                <a:tailEnd len="sm" w="sm" type="none"/>
              </a:ln>
            </p:spPr>
            <p:txBody>
              <a:bodyPr anchorCtr="0" anchor="ctr" bIns="45700" lIns="45700" spcFirstLastPara="1" rIns="45700" wrap="square" tIns="45700">
                <a:noAutofit/>
              </a:bodyPr>
              <a:lstStyle/>
              <a:p>
                <a:pPr indent="-3175" lvl="0" marL="17463" marR="0" rtl="0" algn="ctr">
                  <a:lnSpc>
                    <a:spcPct val="85000"/>
                  </a:lnSpc>
                  <a:spcBef>
                    <a:spcPts val="0"/>
                  </a:spcBef>
                  <a:spcAft>
                    <a:spcPts val="0"/>
                  </a:spcAft>
                  <a:buNone/>
                </a:pPr>
                <a:r>
                  <a:t/>
                </a:r>
                <a:endParaRPr b="0" sz="1400">
                  <a:solidFill>
                    <a:schemeClr val="dk2"/>
                  </a:solidFill>
                  <a:latin typeface="Comic Sans MS"/>
                  <a:ea typeface="Comic Sans MS"/>
                  <a:cs typeface="Comic Sans MS"/>
                  <a:sym typeface="Comic Sans MS"/>
                </a:endParaRPr>
              </a:p>
            </p:txBody>
          </p:sp>
          <p:sp>
            <p:nvSpPr>
              <p:cNvPr id="475" name="Google Shape;475;p10"/>
              <p:cNvSpPr txBox="1"/>
              <p:nvPr/>
            </p:nvSpPr>
            <p:spPr>
              <a:xfrm>
                <a:off x="1184231" y="1796418"/>
                <a:ext cx="2506760" cy="1275224"/>
              </a:xfrm>
              <a:prstGeom prst="rect">
                <a:avLst/>
              </a:prstGeom>
              <a:noFill/>
              <a:ln>
                <a:noFill/>
              </a:ln>
            </p:spPr>
            <p:txBody>
              <a:bodyPr anchorCtr="0" anchor="t" bIns="45700" lIns="91425" spcFirstLastPara="1" rIns="91425" wrap="square" tIns="45700">
                <a:spAutoFit/>
              </a:bodyPr>
              <a:lstStyle/>
              <a:p>
                <a:pPr indent="0" lvl="0" marL="0" marR="0" rtl="0" algn="ctr">
                  <a:lnSpc>
                    <a:spcPct val="85000"/>
                  </a:lnSpc>
                  <a:spcBef>
                    <a:spcPts val="0"/>
                  </a:spcBef>
                  <a:spcAft>
                    <a:spcPts val="0"/>
                  </a:spcAft>
                  <a:buNone/>
                </a:pPr>
                <a:r>
                  <a:rPr b="0" lang="en-US" sz="1400">
                    <a:solidFill>
                      <a:schemeClr val="dk1"/>
                    </a:solidFill>
                    <a:latin typeface="Comic Sans MS"/>
                    <a:ea typeface="Comic Sans MS"/>
                    <a:cs typeface="Comic Sans MS"/>
                    <a:sym typeface="Comic Sans MS"/>
                  </a:rPr>
                  <a:t>If we don’t test a software, something could go wrong. Then, who should test it? </a:t>
                </a:r>
                <a:endParaRPr/>
              </a:p>
            </p:txBody>
          </p:sp>
        </p:grpSp>
        <p:grpSp>
          <p:nvGrpSpPr>
            <p:cNvPr id="476" name="Google Shape;476;p10"/>
            <p:cNvGrpSpPr/>
            <p:nvPr/>
          </p:nvGrpSpPr>
          <p:grpSpPr>
            <a:xfrm>
              <a:off x="6910056" y="4212201"/>
              <a:ext cx="2161886" cy="914400"/>
              <a:chOff x="9653606" y="3102979"/>
              <a:chExt cx="2899722" cy="1031629"/>
            </a:xfrm>
          </p:grpSpPr>
          <p:sp>
            <p:nvSpPr>
              <p:cNvPr id="477" name="Google Shape;477;p10"/>
              <p:cNvSpPr/>
              <p:nvPr/>
            </p:nvSpPr>
            <p:spPr>
              <a:xfrm>
                <a:off x="9653606" y="3102979"/>
                <a:ext cx="2899722" cy="1031629"/>
              </a:xfrm>
              <a:prstGeom prst="cloudCallout">
                <a:avLst>
                  <a:gd fmla="val -39092" name="adj1"/>
                  <a:gd fmla="val 70098" name="adj2"/>
                </a:avLst>
              </a:prstGeom>
              <a:solidFill>
                <a:srgbClr val="FFFED6"/>
              </a:solidFill>
              <a:ln cap="flat" cmpd="sng" w="13950">
                <a:solidFill>
                  <a:srgbClr val="A5A5A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85000"/>
                  </a:lnSpc>
                  <a:spcBef>
                    <a:spcPts val="0"/>
                  </a:spcBef>
                  <a:spcAft>
                    <a:spcPts val="0"/>
                  </a:spcAft>
                  <a:buNone/>
                </a:pPr>
                <a:r>
                  <a:t/>
                </a:r>
                <a:endParaRPr b="0" sz="1400">
                  <a:solidFill>
                    <a:schemeClr val="dk2"/>
                  </a:solidFill>
                  <a:latin typeface="Comic Sans MS"/>
                  <a:ea typeface="Comic Sans MS"/>
                  <a:cs typeface="Comic Sans MS"/>
                  <a:sym typeface="Comic Sans MS"/>
                </a:endParaRPr>
              </a:p>
            </p:txBody>
          </p:sp>
          <p:sp>
            <p:nvSpPr>
              <p:cNvPr id="478" name="Google Shape;478;p10"/>
              <p:cNvSpPr txBox="1"/>
              <p:nvPr/>
            </p:nvSpPr>
            <p:spPr>
              <a:xfrm>
                <a:off x="9807008" y="3286031"/>
                <a:ext cx="2644172" cy="709185"/>
              </a:xfrm>
              <a:prstGeom prst="rect">
                <a:avLst/>
              </a:prstGeom>
              <a:noFill/>
              <a:ln>
                <a:noFill/>
              </a:ln>
            </p:spPr>
            <p:txBody>
              <a:bodyPr anchorCtr="0" anchor="t" bIns="45700" lIns="91425" spcFirstLastPara="1" rIns="91425" wrap="square" tIns="45700">
                <a:spAutoFit/>
              </a:bodyPr>
              <a:lstStyle/>
              <a:p>
                <a:pPr indent="0" lvl="0" marL="0" marR="0" rtl="0" algn="ctr">
                  <a:lnSpc>
                    <a:spcPct val="85000"/>
                  </a:lnSpc>
                  <a:spcBef>
                    <a:spcPts val="0"/>
                  </a:spcBef>
                  <a:spcAft>
                    <a:spcPts val="0"/>
                  </a:spcAft>
                  <a:buNone/>
                </a:pPr>
                <a:r>
                  <a:rPr b="0" lang="en-US" sz="1400">
                    <a:solidFill>
                      <a:schemeClr val="dk1"/>
                    </a:solidFill>
                    <a:latin typeface="Comic Sans MS"/>
                    <a:ea typeface="Comic Sans MS"/>
                    <a:cs typeface="Comic Sans MS"/>
                    <a:sym typeface="Comic Sans MS"/>
                  </a:rPr>
                  <a:t>Writing production code is more fun and challenging</a:t>
                </a:r>
                <a:endParaRPr b="0" sz="1400">
                  <a:solidFill>
                    <a:schemeClr val="dk2"/>
                  </a:solidFill>
                  <a:latin typeface="Comic Sans MS"/>
                  <a:ea typeface="Comic Sans MS"/>
                  <a:cs typeface="Comic Sans MS"/>
                  <a:sym typeface="Comic Sans MS"/>
                </a:endParaRPr>
              </a:p>
            </p:txBody>
          </p:sp>
        </p:grpSp>
        <p:grpSp>
          <p:nvGrpSpPr>
            <p:cNvPr id="479" name="Google Shape;479;p10"/>
            <p:cNvGrpSpPr/>
            <p:nvPr/>
          </p:nvGrpSpPr>
          <p:grpSpPr>
            <a:xfrm>
              <a:off x="7056926" y="5304959"/>
              <a:ext cx="1949347" cy="859234"/>
              <a:chOff x="737051" y="4108253"/>
              <a:chExt cx="1674338" cy="969395"/>
            </a:xfrm>
          </p:grpSpPr>
          <p:sp>
            <p:nvSpPr>
              <p:cNvPr id="480" name="Google Shape;480;p10"/>
              <p:cNvSpPr/>
              <p:nvPr/>
            </p:nvSpPr>
            <p:spPr>
              <a:xfrm>
                <a:off x="737051" y="4108253"/>
                <a:ext cx="1622663" cy="969395"/>
              </a:xfrm>
              <a:prstGeom prst="cloudCallout">
                <a:avLst>
                  <a:gd fmla="val -68429" name="adj1"/>
                  <a:gd fmla="val 24530" name="adj2"/>
                </a:avLst>
              </a:prstGeom>
              <a:solidFill>
                <a:srgbClr val="DCFFF6"/>
              </a:solidFill>
              <a:ln cap="flat" cmpd="sng" w="13950">
                <a:solidFill>
                  <a:srgbClr val="A5A5A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85000"/>
                  </a:lnSpc>
                  <a:spcBef>
                    <a:spcPts val="0"/>
                  </a:spcBef>
                  <a:spcAft>
                    <a:spcPts val="0"/>
                  </a:spcAft>
                  <a:buNone/>
                </a:pPr>
                <a:r>
                  <a:t/>
                </a:r>
                <a:endParaRPr b="0" sz="1400">
                  <a:solidFill>
                    <a:schemeClr val="dk2"/>
                  </a:solidFill>
                  <a:latin typeface="Comic Sans MS"/>
                  <a:ea typeface="Comic Sans MS"/>
                  <a:cs typeface="Comic Sans MS"/>
                  <a:sym typeface="Comic Sans MS"/>
                </a:endParaRPr>
              </a:p>
            </p:txBody>
          </p:sp>
          <p:sp>
            <p:nvSpPr>
              <p:cNvPr id="481" name="Google Shape;481;p10"/>
              <p:cNvSpPr txBox="1"/>
              <p:nvPr/>
            </p:nvSpPr>
            <p:spPr>
              <a:xfrm>
                <a:off x="788726" y="4230954"/>
                <a:ext cx="1622663" cy="723986"/>
              </a:xfrm>
              <a:prstGeom prst="rect">
                <a:avLst/>
              </a:prstGeom>
              <a:noFill/>
              <a:ln>
                <a:noFill/>
              </a:ln>
            </p:spPr>
            <p:txBody>
              <a:bodyPr anchorCtr="0" anchor="t" bIns="45700" lIns="91425" spcFirstLastPara="1" rIns="91425" wrap="square" tIns="45700">
                <a:spAutoFit/>
              </a:bodyPr>
              <a:lstStyle/>
              <a:p>
                <a:pPr indent="0" lvl="0" marL="0" marR="0" rtl="0" algn="ctr">
                  <a:lnSpc>
                    <a:spcPct val="85000"/>
                  </a:lnSpc>
                  <a:spcBef>
                    <a:spcPts val="0"/>
                  </a:spcBef>
                  <a:spcAft>
                    <a:spcPts val="0"/>
                  </a:spcAft>
                  <a:buNone/>
                </a:pPr>
                <a:r>
                  <a:rPr b="0" lang="en-US" sz="1400">
                    <a:solidFill>
                      <a:schemeClr val="dk1"/>
                    </a:solidFill>
                    <a:latin typeface="Comic Sans MS"/>
                    <a:ea typeface="Comic Sans MS"/>
                    <a:cs typeface="Comic Sans MS"/>
                    <a:sym typeface="Comic Sans MS"/>
                  </a:rPr>
                  <a:t>Most developers </a:t>
                </a:r>
                <a:endParaRPr/>
              </a:p>
              <a:p>
                <a:pPr indent="0" lvl="0" marL="0" marR="0" rtl="0" algn="ctr">
                  <a:lnSpc>
                    <a:spcPct val="85000"/>
                  </a:lnSpc>
                  <a:spcBef>
                    <a:spcPts val="0"/>
                  </a:spcBef>
                  <a:spcAft>
                    <a:spcPts val="0"/>
                  </a:spcAft>
                  <a:buNone/>
                </a:pPr>
                <a:r>
                  <a:rPr b="0" lang="en-US" sz="1400">
                    <a:solidFill>
                      <a:schemeClr val="dk1"/>
                    </a:solidFill>
                    <a:latin typeface="Comic Sans MS"/>
                    <a:ea typeface="Comic Sans MS"/>
                    <a:cs typeface="Comic Sans MS"/>
                    <a:sym typeface="Comic Sans MS"/>
                  </a:rPr>
                  <a:t>don’t really love </a:t>
                </a:r>
                <a:endParaRPr/>
              </a:p>
              <a:p>
                <a:pPr indent="0" lvl="0" marL="0" marR="0" rtl="0" algn="ctr">
                  <a:lnSpc>
                    <a:spcPct val="85000"/>
                  </a:lnSpc>
                  <a:spcBef>
                    <a:spcPts val="0"/>
                  </a:spcBef>
                  <a:spcAft>
                    <a:spcPts val="0"/>
                  </a:spcAft>
                  <a:buNone/>
                </a:pPr>
                <a:r>
                  <a:rPr b="0" lang="en-US" sz="1400">
                    <a:solidFill>
                      <a:schemeClr val="dk1"/>
                    </a:solidFill>
                    <a:latin typeface="Comic Sans MS"/>
                    <a:ea typeface="Comic Sans MS"/>
                    <a:cs typeface="Comic Sans MS"/>
                    <a:sym typeface="Comic Sans MS"/>
                  </a:rPr>
                  <a:t>writing tests</a:t>
                </a:r>
                <a:endParaRPr b="0" sz="1400">
                  <a:solidFill>
                    <a:schemeClr val="dk2"/>
                  </a:solidFill>
                  <a:latin typeface="Comic Sans MS"/>
                  <a:ea typeface="Comic Sans MS"/>
                  <a:cs typeface="Comic Sans MS"/>
                  <a:sym typeface="Comic Sans MS"/>
                </a:endParaRPr>
              </a:p>
            </p:txBody>
          </p:sp>
        </p:grpSp>
        <p:grpSp>
          <p:nvGrpSpPr>
            <p:cNvPr id="482" name="Google Shape;482;p10"/>
            <p:cNvGrpSpPr/>
            <p:nvPr/>
          </p:nvGrpSpPr>
          <p:grpSpPr>
            <a:xfrm>
              <a:off x="3024086" y="4345193"/>
              <a:ext cx="2038249" cy="743198"/>
              <a:chOff x="8568763" y="2297936"/>
              <a:chExt cx="2351662" cy="758705"/>
            </a:xfrm>
          </p:grpSpPr>
          <p:sp>
            <p:nvSpPr>
              <p:cNvPr id="483" name="Google Shape;483;p10"/>
              <p:cNvSpPr/>
              <p:nvPr/>
            </p:nvSpPr>
            <p:spPr>
              <a:xfrm>
                <a:off x="8568763" y="2297936"/>
                <a:ext cx="2351662" cy="758705"/>
              </a:xfrm>
              <a:prstGeom prst="cloudCallout">
                <a:avLst>
                  <a:gd fmla="val 54322" name="adj1"/>
                  <a:gd fmla="val 50242" name="adj2"/>
                </a:avLst>
              </a:prstGeom>
              <a:solidFill>
                <a:srgbClr val="C2F8F3"/>
              </a:solidFill>
              <a:ln cap="flat" cmpd="sng" w="13950">
                <a:solidFill>
                  <a:srgbClr val="A5A5A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85000"/>
                  </a:lnSpc>
                  <a:spcBef>
                    <a:spcPts val="0"/>
                  </a:spcBef>
                  <a:spcAft>
                    <a:spcPts val="0"/>
                  </a:spcAft>
                  <a:buNone/>
                </a:pPr>
                <a:r>
                  <a:t/>
                </a:r>
                <a:endParaRPr b="0" sz="1400">
                  <a:solidFill>
                    <a:schemeClr val="dk2"/>
                  </a:solidFill>
                  <a:latin typeface="Comic Sans MS"/>
                  <a:ea typeface="Comic Sans MS"/>
                  <a:cs typeface="Comic Sans MS"/>
                  <a:sym typeface="Comic Sans MS"/>
                </a:endParaRPr>
              </a:p>
            </p:txBody>
          </p:sp>
          <p:sp>
            <p:nvSpPr>
              <p:cNvPr id="484" name="Google Shape;484;p10"/>
              <p:cNvSpPr txBox="1"/>
              <p:nvPr/>
            </p:nvSpPr>
            <p:spPr>
              <a:xfrm>
                <a:off x="8636976" y="2452158"/>
                <a:ext cx="2263088" cy="458587"/>
              </a:xfrm>
              <a:prstGeom prst="rect">
                <a:avLst/>
              </a:prstGeom>
              <a:noFill/>
              <a:ln>
                <a:noFill/>
              </a:ln>
            </p:spPr>
            <p:txBody>
              <a:bodyPr anchorCtr="0" anchor="t" bIns="45700" lIns="91425" spcFirstLastPara="1" rIns="91425" wrap="square" tIns="45700">
                <a:spAutoFit/>
              </a:bodyPr>
              <a:lstStyle/>
              <a:p>
                <a:pPr indent="0" lvl="0" marL="0" marR="0" rtl="0" algn="ctr">
                  <a:lnSpc>
                    <a:spcPct val="85000"/>
                  </a:lnSpc>
                  <a:spcBef>
                    <a:spcPts val="0"/>
                  </a:spcBef>
                  <a:spcAft>
                    <a:spcPts val="0"/>
                  </a:spcAft>
                  <a:buNone/>
                </a:pPr>
                <a:r>
                  <a:rPr b="0" lang="en-US" sz="1400">
                    <a:solidFill>
                      <a:schemeClr val="dk2"/>
                    </a:solidFill>
                    <a:latin typeface="Comic Sans MS"/>
                    <a:ea typeface="Comic Sans MS"/>
                    <a:cs typeface="Comic Sans MS"/>
                    <a:sym typeface="Comic Sans MS"/>
                  </a:rPr>
                  <a:t>Software testing is time-consuming</a:t>
                </a:r>
                <a:endParaRPr/>
              </a:p>
            </p:txBody>
          </p:sp>
        </p:grpSp>
        <p:pic>
          <p:nvPicPr>
            <p:cNvPr id="485" name="Google Shape;485;p10"/>
            <p:cNvPicPr preferRelativeResize="0"/>
            <p:nvPr/>
          </p:nvPicPr>
          <p:blipFill rotWithShape="1">
            <a:blip r:embed="rId3">
              <a:alphaModFix/>
            </a:blip>
            <a:srcRect b="0" l="0" r="0" t="0"/>
            <a:stretch/>
          </p:blipFill>
          <p:spPr>
            <a:xfrm>
              <a:off x="5271609" y="5165747"/>
              <a:ext cx="1380721" cy="1380721"/>
            </a:xfrm>
            <a:prstGeom prst="rect">
              <a:avLst/>
            </a:prstGeom>
            <a:noFill/>
            <a:ln>
              <a:noFill/>
            </a:ln>
          </p:spPr>
        </p:pic>
      </p:grpSp>
      <p:sp>
        <p:nvSpPr>
          <p:cNvPr id="486" name="Google Shape;486;p10"/>
          <p:cNvSpPr txBox="1"/>
          <p:nvPr/>
        </p:nvSpPr>
        <p:spPr>
          <a:xfrm>
            <a:off x="185824" y="1066801"/>
            <a:ext cx="8821813" cy="1981199"/>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45700" lIns="91425" spcFirstLastPara="1" rIns="91425" wrap="square" tIns="45700">
            <a:noAutofit/>
          </a:bodyPr>
          <a:lstStyle/>
          <a:p>
            <a:pPr indent="-169863" lvl="0" marL="293688" marR="0" rtl="0" algn="l">
              <a:lnSpc>
                <a:spcPct val="100000"/>
              </a:lnSpc>
              <a:spcBef>
                <a:spcPts val="0"/>
              </a:spcBef>
              <a:spcAft>
                <a:spcPts val="0"/>
              </a:spcAft>
              <a:buClr>
                <a:schemeClr val="lt1"/>
              </a:buClr>
              <a:buSzPts val="1520"/>
              <a:buFont typeface="Arial"/>
              <a:buNone/>
            </a:pPr>
            <a:r>
              <a:rPr b="0" lang="en-US" sz="1900" u="none">
                <a:solidFill>
                  <a:schemeClr val="lt1"/>
                </a:solidFill>
                <a:latin typeface="Verdana"/>
                <a:ea typeface="Verdana"/>
                <a:cs typeface="Verdana"/>
                <a:sym typeface="Verdana"/>
              </a:rPr>
              <a:t>Software testing is not just for testers. As a developer:</a:t>
            </a:r>
            <a:endParaRPr/>
          </a:p>
          <a:p>
            <a:pPr indent="-222250" lvl="0" marL="457200" marR="0" rtl="0" algn="l">
              <a:lnSpc>
                <a:spcPct val="90000"/>
              </a:lnSpc>
              <a:spcBef>
                <a:spcPts val="1200"/>
              </a:spcBef>
              <a:spcAft>
                <a:spcPts val="0"/>
              </a:spcAft>
              <a:buClr>
                <a:schemeClr val="lt1"/>
              </a:buClr>
              <a:buSzPts val="1520"/>
              <a:buFont typeface="Arial"/>
              <a:buChar char="•"/>
            </a:pPr>
            <a:r>
              <a:rPr b="0" lang="en-US" sz="1900" u="none">
                <a:solidFill>
                  <a:schemeClr val="lt1"/>
                </a:solidFill>
                <a:latin typeface="Verdana"/>
                <a:ea typeface="Verdana"/>
                <a:cs typeface="Verdana"/>
                <a:sym typeface="Verdana"/>
              </a:rPr>
              <a:t>It is also </a:t>
            </a:r>
            <a:r>
              <a:rPr b="0" lang="en-US" sz="1900" u="none">
                <a:solidFill>
                  <a:srgbClr val="FFFD78"/>
                </a:solidFill>
                <a:latin typeface="Verdana"/>
                <a:ea typeface="Verdana"/>
                <a:cs typeface="Verdana"/>
                <a:sym typeface="Verdana"/>
              </a:rPr>
              <a:t>your </a:t>
            </a:r>
            <a:r>
              <a:rPr b="0" lang="en-US" sz="1900" u="none">
                <a:solidFill>
                  <a:schemeClr val="lt1"/>
                </a:solidFill>
                <a:latin typeface="Verdana"/>
                <a:ea typeface="Verdana"/>
                <a:cs typeface="Verdana"/>
                <a:sym typeface="Verdana"/>
              </a:rPr>
              <a:t>responsibility to ensure the quality of your product.</a:t>
            </a:r>
            <a:endParaRPr/>
          </a:p>
          <a:p>
            <a:pPr indent="-222250" lvl="0" marL="457200" marR="0" rtl="0" algn="l">
              <a:lnSpc>
                <a:spcPct val="90000"/>
              </a:lnSpc>
              <a:spcBef>
                <a:spcPts val="1200"/>
              </a:spcBef>
              <a:spcAft>
                <a:spcPts val="0"/>
              </a:spcAft>
              <a:buClr>
                <a:schemeClr val="lt1"/>
              </a:buClr>
              <a:buSzPts val="1520"/>
              <a:buFont typeface="Arial"/>
              <a:buChar char="•"/>
            </a:pPr>
            <a:r>
              <a:rPr b="0" lang="en-US" sz="1900" u="none">
                <a:solidFill>
                  <a:schemeClr val="lt1"/>
                </a:solidFill>
                <a:latin typeface="Verdana"/>
                <a:ea typeface="Verdana"/>
                <a:cs typeface="Verdana"/>
                <a:sym typeface="Verdana"/>
              </a:rPr>
              <a:t>Tests are the tool to help you with that responsibility. </a:t>
            </a:r>
            <a:endParaRPr/>
          </a:p>
          <a:p>
            <a:pPr indent="-222250" lvl="0" marL="457200" marR="0" rtl="0" algn="l">
              <a:lnSpc>
                <a:spcPct val="90000"/>
              </a:lnSpc>
              <a:spcBef>
                <a:spcPts val="1200"/>
              </a:spcBef>
              <a:spcAft>
                <a:spcPts val="0"/>
              </a:spcAft>
              <a:buClr>
                <a:schemeClr val="lt1"/>
              </a:buClr>
              <a:buSzPts val="1520"/>
              <a:buFont typeface="Arial"/>
              <a:buChar char="•"/>
            </a:pPr>
            <a:r>
              <a:rPr b="0" lang="en-US" sz="1900" u="none">
                <a:solidFill>
                  <a:schemeClr val="lt1"/>
                </a:solidFill>
                <a:latin typeface="Verdana"/>
                <a:ea typeface="Verdana"/>
                <a:cs typeface="Verdana"/>
                <a:sym typeface="Verdana"/>
              </a:rPr>
              <a:t>If you design tests properly, you can test your code in an </a:t>
            </a:r>
            <a:r>
              <a:rPr b="0" lang="en-US" sz="1900" u="none">
                <a:solidFill>
                  <a:srgbClr val="FFFD78"/>
                </a:solidFill>
                <a:latin typeface="Verdana"/>
                <a:ea typeface="Verdana"/>
                <a:cs typeface="Verdana"/>
                <a:sym typeface="Verdana"/>
              </a:rPr>
              <a:t>effective</a:t>
            </a:r>
            <a:r>
              <a:rPr b="0" lang="en-US" sz="1900" u="none">
                <a:solidFill>
                  <a:schemeClr val="lt1"/>
                </a:solidFill>
                <a:latin typeface="Verdana"/>
                <a:ea typeface="Verdana"/>
                <a:cs typeface="Verdana"/>
                <a:sym typeface="Verdana"/>
              </a:rPr>
              <a:t> and </a:t>
            </a:r>
            <a:r>
              <a:rPr b="0" lang="en-US" sz="1900" u="none">
                <a:solidFill>
                  <a:srgbClr val="FFFD78"/>
                </a:solidFill>
                <a:latin typeface="Verdana"/>
                <a:ea typeface="Verdana"/>
                <a:cs typeface="Verdana"/>
                <a:sym typeface="Verdana"/>
              </a:rPr>
              <a:t>systematic</a:t>
            </a:r>
            <a:r>
              <a:rPr b="0" lang="en-US" sz="1900" u="none">
                <a:solidFill>
                  <a:schemeClr val="lt1"/>
                </a:solidFill>
                <a:latin typeface="Verdana"/>
                <a:ea typeface="Verdana"/>
                <a:cs typeface="Verdana"/>
                <a:sym typeface="Verdana"/>
              </a:rPr>
              <a:t> way.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8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0" name="Shape 490"/>
        <p:cNvGrpSpPr/>
        <p:nvPr/>
      </p:nvGrpSpPr>
      <p:grpSpPr>
        <a:xfrm>
          <a:off x="0" y="0"/>
          <a:ext cx="0" cy="0"/>
          <a:chOff x="0" y="0"/>
          <a:chExt cx="0" cy="0"/>
        </a:xfrm>
      </p:grpSpPr>
      <p:sp>
        <p:nvSpPr>
          <p:cNvPr id="491" name="Google Shape;491;p11"/>
          <p:cNvSpPr txBox="1"/>
          <p:nvPr>
            <p:ph type="title"/>
          </p:nvPr>
        </p:nvSpPr>
        <p:spPr>
          <a:xfrm>
            <a:off x="0" y="0"/>
            <a:ext cx="9144000" cy="914400"/>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Clr>
                <a:srgbClr val="FFFF00"/>
              </a:buClr>
              <a:buSzPts val="4000"/>
              <a:buFont typeface="Verdana"/>
              <a:buNone/>
            </a:pPr>
            <a:r>
              <a:rPr lang="en-US"/>
              <a:t>The Essence of Testing</a:t>
            </a:r>
            <a:endParaRPr/>
          </a:p>
        </p:txBody>
      </p:sp>
      <p:sp>
        <p:nvSpPr>
          <p:cNvPr id="492" name="Google Shape;492;p11"/>
          <p:cNvSpPr txBox="1"/>
          <p:nvPr>
            <p:ph idx="1" type="body"/>
          </p:nvPr>
        </p:nvSpPr>
        <p:spPr>
          <a:xfrm>
            <a:off x="228600" y="990600"/>
            <a:ext cx="7315200" cy="5486399"/>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760"/>
              <a:buNone/>
            </a:pPr>
            <a:r>
              <a:rPr lang="en-US" sz="2200">
                <a:solidFill>
                  <a:srgbClr val="FFFF00"/>
                </a:solidFill>
              </a:rPr>
              <a:t>Technical </a:t>
            </a:r>
            <a:endParaRPr/>
          </a:p>
          <a:p>
            <a:pPr indent="0" lvl="0" marL="0" rtl="0" algn="l">
              <a:lnSpc>
                <a:spcPct val="300000"/>
              </a:lnSpc>
              <a:spcBef>
                <a:spcPts val="200"/>
              </a:spcBef>
              <a:spcAft>
                <a:spcPts val="0"/>
              </a:spcAft>
              <a:buSzPts val="1760"/>
              <a:buNone/>
            </a:pPr>
            <a:r>
              <a:rPr lang="en-US" sz="2200">
                <a:solidFill>
                  <a:srgbClr val="FFFF00"/>
                </a:solidFill>
              </a:rPr>
              <a:t>investigation </a:t>
            </a:r>
            <a:endParaRPr/>
          </a:p>
          <a:p>
            <a:pPr indent="0" lvl="0" marL="0" rtl="0" algn="l">
              <a:lnSpc>
                <a:spcPct val="300000"/>
              </a:lnSpc>
              <a:spcBef>
                <a:spcPts val="200"/>
              </a:spcBef>
              <a:spcAft>
                <a:spcPts val="0"/>
              </a:spcAft>
              <a:buSzPts val="1760"/>
              <a:buNone/>
            </a:pPr>
            <a:r>
              <a:rPr lang="en-US" sz="2200">
                <a:solidFill>
                  <a:srgbClr val="FFFF00"/>
                </a:solidFill>
              </a:rPr>
              <a:t>to expose quality-related information </a:t>
            </a:r>
            <a:endParaRPr/>
          </a:p>
          <a:p>
            <a:pPr indent="0" lvl="0" marL="0" rtl="0" algn="l">
              <a:lnSpc>
                <a:spcPct val="300000"/>
              </a:lnSpc>
              <a:spcBef>
                <a:spcPts val="1400"/>
              </a:spcBef>
              <a:spcAft>
                <a:spcPts val="0"/>
              </a:spcAft>
              <a:buSzPts val="1760"/>
              <a:buNone/>
            </a:pPr>
            <a:r>
              <a:t/>
            </a:r>
            <a:endParaRPr sz="2200">
              <a:solidFill>
                <a:srgbClr val="FFFF00"/>
              </a:solidFill>
            </a:endParaRPr>
          </a:p>
          <a:p>
            <a:pPr indent="0" lvl="0" marL="0" rtl="0" algn="l">
              <a:lnSpc>
                <a:spcPct val="300000"/>
              </a:lnSpc>
              <a:spcBef>
                <a:spcPts val="5200"/>
              </a:spcBef>
              <a:spcAft>
                <a:spcPts val="0"/>
              </a:spcAft>
              <a:buSzPts val="1760"/>
              <a:buNone/>
            </a:pPr>
            <a:r>
              <a:rPr lang="en-US" sz="2200">
                <a:solidFill>
                  <a:srgbClr val="FFFF00"/>
                </a:solidFill>
              </a:rPr>
              <a:t>about the project or software under test</a:t>
            </a:r>
            <a:endParaRPr sz="1600">
              <a:solidFill>
                <a:srgbClr val="FFFF00"/>
              </a:solidFill>
            </a:endParaRPr>
          </a:p>
        </p:txBody>
      </p:sp>
      <p:sp>
        <p:nvSpPr>
          <p:cNvPr id="493" name="Google Shape;493;p11"/>
          <p:cNvSpPr txBox="1"/>
          <p:nvPr/>
        </p:nvSpPr>
        <p:spPr>
          <a:xfrm>
            <a:off x="2743200" y="1024128"/>
            <a:ext cx="6096000" cy="914400"/>
          </a:xfrm>
          <a:prstGeom prst="rect">
            <a:avLst/>
          </a:prstGeom>
          <a:noFill/>
          <a:ln>
            <a:noFill/>
          </a:ln>
        </p:spPr>
        <p:txBody>
          <a:bodyPr anchorCtr="0" anchor="t" bIns="45700" lIns="91425" spcFirstLastPara="1" rIns="91425" wrap="square" tIns="45700">
            <a:noAutofit/>
          </a:bodyPr>
          <a:lstStyle/>
          <a:p>
            <a:pPr indent="0" lvl="0" marL="0" marR="0" rtl="0" algn="l">
              <a:lnSpc>
                <a:spcPct val="95000"/>
              </a:lnSpc>
              <a:spcBef>
                <a:spcPts val="0"/>
              </a:spcBef>
              <a:spcAft>
                <a:spcPts val="0"/>
              </a:spcAft>
              <a:buClr>
                <a:schemeClr val="lt1"/>
              </a:buClr>
              <a:buSzPts val="1440"/>
              <a:buFont typeface="Arial"/>
              <a:buNone/>
            </a:pPr>
            <a:r>
              <a:rPr b="0" lang="en-US" sz="1800">
                <a:solidFill>
                  <a:schemeClr val="lt1"/>
                </a:solidFill>
                <a:latin typeface="Verdana"/>
                <a:ea typeface="Verdana"/>
                <a:cs typeface="Verdana"/>
                <a:sym typeface="Verdana"/>
              </a:rPr>
              <a:t>Models (ISP, graph, logic, syntax), tools or test automation frameworks</a:t>
            </a:r>
            <a:endParaRPr/>
          </a:p>
        </p:txBody>
      </p:sp>
      <p:sp>
        <p:nvSpPr>
          <p:cNvPr id="494" name="Google Shape;494;p11"/>
          <p:cNvSpPr txBox="1"/>
          <p:nvPr/>
        </p:nvSpPr>
        <p:spPr>
          <a:xfrm>
            <a:off x="2743200" y="1883664"/>
            <a:ext cx="6096000" cy="914400"/>
          </a:xfrm>
          <a:prstGeom prst="rect">
            <a:avLst/>
          </a:prstGeom>
          <a:noFill/>
          <a:ln>
            <a:noFill/>
          </a:ln>
        </p:spPr>
        <p:txBody>
          <a:bodyPr anchorCtr="0" anchor="t" bIns="45700" lIns="91425" spcFirstLastPara="1" rIns="91425" wrap="square" tIns="45700">
            <a:noAutofit/>
          </a:bodyPr>
          <a:lstStyle/>
          <a:p>
            <a:pPr indent="0" lvl="0" marL="0" marR="0" rtl="0" algn="l">
              <a:lnSpc>
                <a:spcPct val="95000"/>
              </a:lnSpc>
              <a:spcBef>
                <a:spcPts val="0"/>
              </a:spcBef>
              <a:spcAft>
                <a:spcPts val="0"/>
              </a:spcAft>
              <a:buClr>
                <a:schemeClr val="lt1"/>
              </a:buClr>
              <a:buSzPts val="1440"/>
              <a:buFont typeface="Arial"/>
              <a:buNone/>
            </a:pPr>
            <a:r>
              <a:rPr b="0" lang="en-US" sz="1800">
                <a:solidFill>
                  <a:schemeClr val="lt1"/>
                </a:solidFill>
                <a:latin typeface="Verdana"/>
                <a:ea typeface="Verdana"/>
                <a:cs typeface="Verdana"/>
                <a:sym typeface="Verdana"/>
              </a:rPr>
              <a:t>An organized and thorough search for information (~run tests and look carefully at the results)</a:t>
            </a:r>
            <a:endParaRPr/>
          </a:p>
        </p:txBody>
      </p:sp>
      <p:sp>
        <p:nvSpPr>
          <p:cNvPr id="495" name="Google Shape;495;p11"/>
          <p:cNvSpPr txBox="1"/>
          <p:nvPr/>
        </p:nvSpPr>
        <p:spPr>
          <a:xfrm>
            <a:off x="2743200" y="3352800"/>
            <a:ext cx="6400800" cy="2438400"/>
          </a:xfrm>
          <a:prstGeom prst="rect">
            <a:avLst/>
          </a:prstGeom>
          <a:noFill/>
          <a:ln>
            <a:noFill/>
          </a:ln>
        </p:spPr>
        <p:txBody>
          <a:bodyPr anchorCtr="0" anchor="t" bIns="45700" lIns="91425" spcFirstLastPara="1" rIns="91425" wrap="square" tIns="45700">
            <a:noAutofit/>
          </a:bodyPr>
          <a:lstStyle/>
          <a:p>
            <a:pPr indent="-241300" lvl="0" marL="241300" marR="0" rtl="0" algn="l">
              <a:lnSpc>
                <a:spcPct val="90000"/>
              </a:lnSpc>
              <a:spcBef>
                <a:spcPts val="0"/>
              </a:spcBef>
              <a:spcAft>
                <a:spcPts val="0"/>
              </a:spcAft>
              <a:buClr>
                <a:schemeClr val="lt1"/>
              </a:buClr>
              <a:buSzPts val="1800"/>
              <a:buFont typeface="Arial"/>
              <a:buChar char="•"/>
            </a:pPr>
            <a:r>
              <a:rPr b="0" lang="en-US" sz="1800">
                <a:solidFill>
                  <a:schemeClr val="lt1"/>
                </a:solidFill>
                <a:latin typeface="Verdana"/>
                <a:ea typeface="Verdana"/>
                <a:cs typeface="Verdana"/>
                <a:sym typeface="Verdana"/>
              </a:rPr>
              <a:t>Find sources or problems to get them fixed</a:t>
            </a:r>
            <a:endParaRPr/>
          </a:p>
          <a:p>
            <a:pPr indent="-241300" lvl="0" marL="241300" marR="0" rtl="0" algn="l">
              <a:lnSpc>
                <a:spcPct val="90000"/>
              </a:lnSpc>
              <a:spcBef>
                <a:spcPts val="400"/>
              </a:spcBef>
              <a:spcAft>
                <a:spcPts val="0"/>
              </a:spcAft>
              <a:buClr>
                <a:schemeClr val="lt1"/>
              </a:buClr>
              <a:buSzPts val="1800"/>
              <a:buFont typeface="Arial"/>
              <a:buChar char="•"/>
            </a:pPr>
            <a:r>
              <a:rPr b="0" lang="en-US" sz="1800">
                <a:solidFill>
                  <a:schemeClr val="lt1"/>
                </a:solidFill>
                <a:latin typeface="Verdana"/>
                <a:ea typeface="Verdana"/>
                <a:cs typeface="Verdana"/>
                <a:sym typeface="Verdana"/>
              </a:rPr>
              <a:t>Check intraoperability and interoperability</a:t>
            </a:r>
            <a:endParaRPr/>
          </a:p>
          <a:p>
            <a:pPr indent="-241300" lvl="0" marL="241300" marR="0" rtl="0" algn="l">
              <a:lnSpc>
                <a:spcPct val="90000"/>
              </a:lnSpc>
              <a:spcBef>
                <a:spcPts val="400"/>
              </a:spcBef>
              <a:spcAft>
                <a:spcPts val="0"/>
              </a:spcAft>
              <a:buClr>
                <a:schemeClr val="lt1"/>
              </a:buClr>
              <a:buSzPts val="1800"/>
              <a:buFont typeface="Arial"/>
              <a:buChar char="•"/>
            </a:pPr>
            <a:r>
              <a:rPr b="0" lang="en-US" sz="1800">
                <a:solidFill>
                  <a:schemeClr val="lt1"/>
                </a:solidFill>
                <a:latin typeface="Verdana"/>
                <a:ea typeface="Verdana"/>
                <a:cs typeface="Verdana"/>
                <a:sym typeface="Verdana"/>
              </a:rPr>
              <a:t>Help in decision making (release/no-release)</a:t>
            </a:r>
            <a:endParaRPr/>
          </a:p>
          <a:p>
            <a:pPr indent="-241300" lvl="0" marL="241300" marR="0" rtl="0" algn="l">
              <a:lnSpc>
                <a:spcPct val="90000"/>
              </a:lnSpc>
              <a:spcBef>
                <a:spcPts val="400"/>
              </a:spcBef>
              <a:spcAft>
                <a:spcPts val="0"/>
              </a:spcAft>
              <a:buClr>
                <a:schemeClr val="lt1"/>
              </a:buClr>
              <a:buSzPts val="1800"/>
              <a:buFont typeface="Arial"/>
              <a:buChar char="•"/>
            </a:pPr>
            <a:r>
              <a:rPr b="0" lang="en-US" sz="1800">
                <a:solidFill>
                  <a:schemeClr val="lt1"/>
                </a:solidFill>
                <a:latin typeface="Verdana"/>
                <a:ea typeface="Verdana"/>
                <a:cs typeface="Verdana"/>
                <a:sym typeface="Verdana"/>
              </a:rPr>
              <a:t>Minimize technical support costs</a:t>
            </a:r>
            <a:endParaRPr/>
          </a:p>
          <a:p>
            <a:pPr indent="-241300" lvl="0" marL="241300" marR="0" rtl="0" algn="l">
              <a:lnSpc>
                <a:spcPct val="90000"/>
              </a:lnSpc>
              <a:spcBef>
                <a:spcPts val="400"/>
              </a:spcBef>
              <a:spcAft>
                <a:spcPts val="0"/>
              </a:spcAft>
              <a:buClr>
                <a:schemeClr val="lt1"/>
              </a:buClr>
              <a:buSzPts val="1800"/>
              <a:buFont typeface="Arial"/>
              <a:buChar char="•"/>
            </a:pPr>
            <a:r>
              <a:rPr b="0" lang="en-US" sz="1800">
                <a:solidFill>
                  <a:schemeClr val="lt1"/>
                </a:solidFill>
                <a:latin typeface="Verdana"/>
                <a:ea typeface="Verdana"/>
                <a:cs typeface="Verdana"/>
                <a:sym typeface="Verdana"/>
              </a:rPr>
              <a:t>Assess conformance and compliance</a:t>
            </a:r>
            <a:endParaRPr/>
          </a:p>
          <a:p>
            <a:pPr indent="-241300" lvl="0" marL="241300" marR="0" rtl="0" algn="l">
              <a:lnSpc>
                <a:spcPct val="90000"/>
              </a:lnSpc>
              <a:spcBef>
                <a:spcPts val="400"/>
              </a:spcBef>
              <a:spcAft>
                <a:spcPts val="0"/>
              </a:spcAft>
              <a:buClr>
                <a:schemeClr val="lt1"/>
              </a:buClr>
              <a:buSzPts val="1800"/>
              <a:buFont typeface="Arial"/>
              <a:buChar char="•"/>
            </a:pPr>
            <a:r>
              <a:rPr b="0" lang="en-US" sz="1800">
                <a:solidFill>
                  <a:schemeClr val="lt1"/>
                </a:solidFill>
                <a:latin typeface="Verdana"/>
                <a:ea typeface="Verdana"/>
                <a:cs typeface="Verdana"/>
                <a:sym typeface="Verdana"/>
              </a:rPr>
              <a:t>Minimize safety-related lawsuit risk</a:t>
            </a:r>
            <a:endParaRPr/>
          </a:p>
          <a:p>
            <a:pPr indent="-241300" lvl="0" marL="241300" marR="0" rtl="0" algn="l">
              <a:lnSpc>
                <a:spcPct val="90000"/>
              </a:lnSpc>
              <a:spcBef>
                <a:spcPts val="400"/>
              </a:spcBef>
              <a:spcAft>
                <a:spcPts val="0"/>
              </a:spcAft>
              <a:buClr>
                <a:schemeClr val="lt1"/>
              </a:buClr>
              <a:buSzPts val="1800"/>
              <a:buFont typeface="Arial"/>
              <a:buChar char="•"/>
            </a:pPr>
            <a:r>
              <a:rPr b="0" lang="en-US" sz="1800">
                <a:solidFill>
                  <a:schemeClr val="lt1"/>
                </a:solidFill>
                <a:latin typeface="Verdana"/>
                <a:ea typeface="Verdana"/>
                <a:cs typeface="Verdana"/>
                <a:sym typeface="Verdana"/>
              </a:rPr>
              <a:t>Determine safe scenarios for use of the product</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0" name="Shape 500"/>
        <p:cNvGrpSpPr/>
        <p:nvPr/>
      </p:nvGrpSpPr>
      <p:grpSpPr>
        <a:xfrm>
          <a:off x="0" y="0"/>
          <a:ext cx="0" cy="0"/>
          <a:chOff x="0" y="0"/>
          <a:chExt cx="0" cy="0"/>
        </a:xfrm>
      </p:grpSpPr>
      <p:sp>
        <p:nvSpPr>
          <p:cNvPr id="501" name="Google Shape;501;p12"/>
          <p:cNvSpPr txBox="1"/>
          <p:nvPr>
            <p:ph type="title"/>
          </p:nvPr>
        </p:nvSpPr>
        <p:spPr>
          <a:xfrm>
            <a:off x="0" y="0"/>
            <a:ext cx="9144000" cy="914400"/>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Clr>
                <a:srgbClr val="FFFF00"/>
              </a:buClr>
              <a:buSzPts val="4000"/>
              <a:buFont typeface="Verdana"/>
              <a:buNone/>
            </a:pPr>
            <a:r>
              <a:rPr lang="en-US"/>
              <a:t>Wrap-up</a:t>
            </a:r>
            <a:endParaRPr/>
          </a:p>
        </p:txBody>
      </p:sp>
      <p:sp>
        <p:nvSpPr>
          <p:cNvPr id="502" name="Google Shape;502;p12"/>
          <p:cNvSpPr txBox="1"/>
          <p:nvPr>
            <p:ph idx="1" type="body"/>
          </p:nvPr>
        </p:nvSpPr>
        <p:spPr>
          <a:xfrm>
            <a:off x="304800" y="990600"/>
            <a:ext cx="8610600" cy="5715000"/>
          </a:xfrm>
          <a:prstGeom prst="rect">
            <a:avLst/>
          </a:prstGeom>
          <a:noFill/>
          <a:ln>
            <a:noFill/>
          </a:ln>
        </p:spPr>
        <p:txBody>
          <a:bodyPr anchorCtr="0" anchor="t" bIns="45700" lIns="91425" spcFirstLastPara="1" rIns="91425" wrap="square" tIns="45700">
            <a:noAutofit/>
          </a:bodyPr>
          <a:lstStyle/>
          <a:p>
            <a:pPr indent="-298450" lvl="0" marL="298450" rtl="0" algn="l">
              <a:lnSpc>
                <a:spcPct val="95000"/>
              </a:lnSpc>
              <a:spcBef>
                <a:spcPts val="0"/>
              </a:spcBef>
              <a:spcAft>
                <a:spcPts val="0"/>
              </a:spcAft>
              <a:buSzPts val="1760"/>
              <a:buChar char="•"/>
            </a:pPr>
            <a:r>
              <a:rPr lang="en-US" sz="2200"/>
              <a:t>Testing is the most time consuming and expensive part of software development</a:t>
            </a:r>
            <a:endParaRPr/>
          </a:p>
          <a:p>
            <a:pPr indent="-298450" lvl="0" marL="298450" rtl="0" algn="l">
              <a:lnSpc>
                <a:spcPct val="95000"/>
              </a:lnSpc>
              <a:spcBef>
                <a:spcPts val="1800"/>
              </a:spcBef>
              <a:spcAft>
                <a:spcPts val="0"/>
              </a:spcAft>
              <a:buSzPts val="1760"/>
              <a:buChar char="•"/>
            </a:pPr>
            <a:r>
              <a:rPr lang="en-US" sz="2200"/>
              <a:t>Not testing is even more expensive</a:t>
            </a:r>
            <a:endParaRPr/>
          </a:p>
          <a:p>
            <a:pPr indent="-298450" lvl="0" marL="298450" rtl="0" algn="l">
              <a:lnSpc>
                <a:spcPct val="95000"/>
              </a:lnSpc>
              <a:spcBef>
                <a:spcPts val="1800"/>
              </a:spcBef>
              <a:spcAft>
                <a:spcPts val="0"/>
              </a:spcAft>
              <a:buSzPts val="1760"/>
              <a:buChar char="•"/>
            </a:pPr>
            <a:r>
              <a:rPr lang="en-US" sz="2200"/>
              <a:t>Having too little testing effort early increases the testing cost</a:t>
            </a:r>
            <a:endParaRPr/>
          </a:p>
          <a:p>
            <a:pPr indent="-298450" lvl="0" marL="298450" rtl="0" algn="l">
              <a:lnSpc>
                <a:spcPct val="95000"/>
              </a:lnSpc>
              <a:spcBef>
                <a:spcPts val="1800"/>
              </a:spcBef>
              <a:spcAft>
                <a:spcPts val="0"/>
              </a:spcAft>
              <a:buSzPts val="1760"/>
              <a:buChar char="•"/>
            </a:pPr>
            <a:r>
              <a:rPr lang="en-US" sz="2200"/>
              <a:t>Planning for testing after development is prohibitively expensive</a:t>
            </a:r>
            <a:endParaRPr/>
          </a:p>
          <a:p>
            <a:pPr indent="-298450" lvl="0" marL="298450" rtl="0" algn="l">
              <a:lnSpc>
                <a:spcPct val="95000"/>
              </a:lnSpc>
              <a:spcBef>
                <a:spcPts val="1800"/>
              </a:spcBef>
              <a:spcAft>
                <a:spcPts val="0"/>
              </a:spcAft>
              <a:buSzPts val="1760"/>
              <a:buChar char="•"/>
            </a:pPr>
            <a:r>
              <a:rPr lang="en-US" sz="2200"/>
              <a:t>A tester’s goal is to </a:t>
            </a:r>
            <a:r>
              <a:rPr lang="en-US" sz="2200">
                <a:solidFill>
                  <a:srgbClr val="FFFF00"/>
                </a:solidFill>
              </a:rPr>
              <a:t>eliminate faults as early as possible</a:t>
            </a:r>
            <a:endParaRPr sz="2200"/>
          </a:p>
          <a:p>
            <a:pPr indent="-207010" lvl="0" marL="298450" rtl="0" algn="l">
              <a:lnSpc>
                <a:spcPct val="95000"/>
              </a:lnSpc>
              <a:spcBef>
                <a:spcPts val="2200"/>
              </a:spcBef>
              <a:spcAft>
                <a:spcPts val="0"/>
              </a:spcAft>
              <a:buSzPts val="1440"/>
              <a:buNone/>
            </a:pPr>
            <a:r>
              <a:t/>
            </a:r>
            <a:endParaRPr sz="1800"/>
          </a:p>
          <a:p>
            <a:pPr indent="-273050" lvl="0" marL="288925" rtl="0" algn="l">
              <a:lnSpc>
                <a:spcPct val="95000"/>
              </a:lnSpc>
              <a:spcBef>
                <a:spcPts val="1000"/>
              </a:spcBef>
              <a:spcAft>
                <a:spcPts val="0"/>
              </a:spcAft>
              <a:buSzPts val="1760"/>
              <a:buChar char="•"/>
            </a:pPr>
            <a:r>
              <a:rPr b="1" lang="en-US" sz="2200">
                <a:solidFill>
                  <a:srgbClr val="FFFF00"/>
                </a:solidFill>
              </a:rPr>
              <a:t>What’s next?</a:t>
            </a:r>
            <a:endParaRPr/>
          </a:p>
          <a:p>
            <a:pPr indent="-177800" lvl="0" marL="642938" rtl="0" algn="l">
              <a:lnSpc>
                <a:spcPct val="95000"/>
              </a:lnSpc>
              <a:spcBef>
                <a:spcPts val="1000"/>
              </a:spcBef>
              <a:spcAft>
                <a:spcPts val="0"/>
              </a:spcAft>
              <a:buSzPts val="1600"/>
              <a:buChar char="•"/>
            </a:pPr>
            <a:r>
              <a:rPr lang="en-US" sz="2000"/>
              <a:t>Getting started – intro to software testing</a:t>
            </a:r>
            <a:endParaRPr b="1" sz="1800">
              <a:solidFill>
                <a:srgbClr val="FFFF00"/>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1_Custom Design">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View">
  <a:themeElements>
    <a:clrScheme name="Custom 7">
      <a:dk1>
        <a:srgbClr val="000000"/>
      </a:dk1>
      <a:lt1>
        <a:srgbClr val="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3_Custom Design">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5.xml><?xml version="1.0" encoding="utf-8"?>
<a:theme xmlns:a="http://schemas.openxmlformats.org/drawingml/2006/main" xmlns:r="http://schemas.openxmlformats.org/officeDocument/2006/relationships" name="2_Custom Design">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6.xml><?xml version="1.0" encoding="utf-8"?>
<a:theme xmlns:a="http://schemas.openxmlformats.org/drawingml/2006/main" xmlns:r="http://schemas.openxmlformats.org/officeDocument/2006/relationships" name="Custom Design">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7.xml><?xml version="1.0" encoding="utf-8"?>
<a:theme xmlns:a="http://schemas.openxmlformats.org/drawingml/2006/main" xmlns:r="http://schemas.openxmlformats.org/officeDocument/2006/relationships" name="View">
  <a:themeElements>
    <a:clrScheme name="Custom 7">
      <a:dk1>
        <a:srgbClr val="000000"/>
      </a:dk1>
      <a:lt1>
        <a:srgbClr val="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2017-07-01T01:04:54Z</dcterms:created>
  <dc:creator>Microsoft Office User</dc:creator>
</cp:coreProperties>
</file>